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f135f2beb3415f" /><Relationship Type="http://schemas.openxmlformats.org/officeDocument/2006/relationships/extended-properties" Target="/docProps/app.xml" Id="R9782274aec4b4918" /><Relationship Type="http://schemas.openxmlformats.org/officeDocument/2006/relationships/officeDocument" Target="/ppt/presentation.xml" Id="R11f9b69fd6ec4d37" /></Relationships>
</file>

<file path=ppt/presentation.xml><?xml version="1.0" encoding="utf-8"?>
<p:presentation xmlns:p="http://schemas.openxmlformats.org/presentationml/2006/main">
  <p:sldMasterIdLst>
    <p:sldMasterId xmlns:r="http://schemas.openxmlformats.org/officeDocument/2006/relationships" id="2147483648" r:id="Rd4f369dd4fe840fa"/>
  </p:sldMasterIdLst>
  <p:notesMasterIdLst>
    <p:notesMasterId xmlns:r="http://schemas.openxmlformats.org/officeDocument/2006/relationships" r:id="R37e5f14449894fcf"/>
  </p:notesMasterIdLst>
  <p:sldIdLst>
    <p:sldId xmlns:r="http://schemas.openxmlformats.org/officeDocument/2006/relationships" id="256" r:id="Rda9b101492c94a5e"/>
    <p:sldId xmlns:r="http://schemas.openxmlformats.org/officeDocument/2006/relationships" id="257" r:id="R6f0557f6c9a74cf7"/>
    <p:sldId xmlns:r="http://schemas.openxmlformats.org/officeDocument/2006/relationships" id="258" r:id="R201d0e0ee5b843dd"/>
    <p:sldId xmlns:r="http://schemas.openxmlformats.org/officeDocument/2006/relationships" id="259" r:id="R825383705f594c54"/>
    <p:sldId xmlns:r="http://schemas.openxmlformats.org/officeDocument/2006/relationships" id="260" r:id="R6ca6dca25dcc42bc"/>
    <p:sldId xmlns:r="http://schemas.openxmlformats.org/officeDocument/2006/relationships" id="261" r:id="R1d0355aa40d44370"/>
    <p:sldId xmlns:r="http://schemas.openxmlformats.org/officeDocument/2006/relationships" id="262" r:id="R455f3fa14a094dab"/>
    <p:sldId xmlns:r="http://schemas.openxmlformats.org/officeDocument/2006/relationships" id="263" r:id="Ra0a77c247ef04f57"/>
    <p:sldId xmlns:r="http://schemas.openxmlformats.org/officeDocument/2006/relationships" id="264" r:id="R33b9392e2f7f462d"/>
    <p:sldId xmlns:r="http://schemas.openxmlformats.org/officeDocument/2006/relationships" id="265" r:id="R304eaf4357194c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0a6940ad0f4b56" /><Relationship Type="http://schemas.openxmlformats.org/officeDocument/2006/relationships/slideMaster" Target="/ppt/slideMasters/slideMaster1.xml" Id="Rd4f369dd4fe840fa" /><Relationship Type="http://schemas.openxmlformats.org/officeDocument/2006/relationships/notesMaster" Target="/ppt/notesMasters/notesMaster1.xml" Id="R37e5f14449894fcf" /><Relationship Type="http://schemas.openxmlformats.org/officeDocument/2006/relationships/presProps" Target="/ppt/presProps.xml" Id="Rdff2c69009594ba2" /><Relationship Type="http://schemas.openxmlformats.org/officeDocument/2006/relationships/tableStyles" Target="/ppt/tableStyles.xml" Id="R875020e4d45c4d67" /><Relationship Type="http://schemas.openxmlformats.org/officeDocument/2006/relationships/slide" Target="/ppt/slides/slide1.xml" Id="Rda9b101492c94a5e" /><Relationship Type="http://schemas.openxmlformats.org/officeDocument/2006/relationships/slide" Target="/ppt/slides/slide2.xml" Id="R6f0557f6c9a74cf7" /><Relationship Type="http://schemas.openxmlformats.org/officeDocument/2006/relationships/slide" Target="/ppt/slides/slide3.xml" Id="R201d0e0ee5b843dd" /><Relationship Type="http://schemas.openxmlformats.org/officeDocument/2006/relationships/slide" Target="/ppt/slides/slide4.xml" Id="R825383705f594c54" /><Relationship Type="http://schemas.openxmlformats.org/officeDocument/2006/relationships/slide" Target="/ppt/slides/slide5.xml" Id="R6ca6dca25dcc42bc" /><Relationship Type="http://schemas.openxmlformats.org/officeDocument/2006/relationships/slide" Target="/ppt/slides/slide6.xml" Id="R1d0355aa40d44370" /><Relationship Type="http://schemas.openxmlformats.org/officeDocument/2006/relationships/slide" Target="/ppt/slides/slide7.xml" Id="R455f3fa14a094dab" /><Relationship Type="http://schemas.openxmlformats.org/officeDocument/2006/relationships/slide" Target="/ppt/slides/slide8.xml" Id="Ra0a77c247ef04f57" /><Relationship Type="http://schemas.openxmlformats.org/officeDocument/2006/relationships/slide" Target="/ppt/slides/slide9.xml" Id="R33b9392e2f7f462d" /><Relationship Type="http://schemas.openxmlformats.org/officeDocument/2006/relationships/slide" Target="/ppt/slides/slide10.xml" Id="R304eaf4357194c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06bbb0a76a40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unito Sans"/>
        <a:ea typeface=""/>
        <a:cs typeface=""/>
      </a:majorFont>
      <a:minorFont>
        <a:latin typeface="Nuni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f67a9bd61c42e9" /><Relationship Type="http://schemas.openxmlformats.org/officeDocument/2006/relationships/notesMaster" Target="/ppt/notesMasters/notesMaster1.xml" Id="Re3ecb3fd58b740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0f2bd81c684019" /><Relationship Type="http://schemas.openxmlformats.org/officeDocument/2006/relationships/notesMaster" Target="/ppt/notesMasters/notesMaster1.xml" Id="Rd12194c61b9844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78619a871e456e" /><Relationship Type="http://schemas.openxmlformats.org/officeDocument/2006/relationships/notesMaster" Target="/ppt/notesMasters/notesMaster1.xml" Id="Raf21db469cf644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349e0e392f4ccc" /><Relationship Type="http://schemas.openxmlformats.org/officeDocument/2006/relationships/notesMaster" Target="/ppt/notesMasters/notesMaster1.xml" Id="Rdf95edfae8b941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5f3c88a9674ad7" /><Relationship Type="http://schemas.openxmlformats.org/officeDocument/2006/relationships/notesMaster" Target="/ppt/notesMasters/notesMaster1.xml" Id="Rd29bb7d7210b42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43229e22894a48" /><Relationship Type="http://schemas.openxmlformats.org/officeDocument/2006/relationships/notesMaster" Target="/ppt/notesMasters/notesMaster1.xml" Id="R48d1bf954a9e4c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62dd3600694853" /><Relationship Type="http://schemas.openxmlformats.org/officeDocument/2006/relationships/notesMaster" Target="/ppt/notesMasters/notesMaster1.xml" Id="R097c0bc1242c40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7c5ef901ec45df" /><Relationship Type="http://schemas.openxmlformats.org/officeDocument/2006/relationships/notesMaster" Target="/ppt/notesMasters/notesMaster1.xml" Id="Rbae4efbeab1446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f9366d7a0a47a9" /><Relationship Type="http://schemas.openxmlformats.org/officeDocument/2006/relationships/notesMaster" Target="/ppt/notesMasters/notesMaster1.xml" Id="R1cb3847bdd9745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28efad2c974586" /><Relationship Type="http://schemas.openxmlformats.org/officeDocument/2006/relationships/notesMaster" Target="/ppt/notesMasters/notesMaster1.xml" Id="R1e2ca32465e349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Comm Control helps an operations desk turn spoken reports into reviewed incidents, team assignments and routes. Mihir Duvedi handles coding and technology, and Tyler Tran and Shen Tan handle business and research. We built the workflow for the person who has to coordinate a response.</a:t>
            </a:r>
          </a:p>
          <a:p xmlns:a="http://schemas.openxmlformats.org/drawingml/2006/main">
            <a:r>
              <a:t>Sources: Local v6.6 verification, docs/V6_6_VERIFICATION.md (October 17, 2026), and supplied project handoff. Screenshots from evidence/. Demo reports, equipment and resources are fictional. Map data ©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Picture an overnight supervisor. Reports are coming in and teams are already busy. A transcript gives them the words, but they still need to locate the event, find someone who can handle it and check the path. Every new report brings another set of decisions.</a:t>
            </a:r>
          </a:p>
          <a:p xmlns:a="http://schemas.openxmlformats.org/drawingml/2006/main">
            <a:r>
              <a:t>Sources: Project handoff and official participant problem statement, https://docs.google.com/document/d/1a6SQQuvQJoI5g6YQUjzOVkruyOI94UwS-c1Wbrz-dsY/edit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a:t>
            </a:r>
          </a:p>
          <a:p xmlns:a="http://schemas.openxmlformats.org/drawingml/2006/main">
            <a:r>
              <a:t>These are actual demo captures. The operator records a report through the browser microphone. Groq transcribes it and extracts the reported facts. The operator reviews the transcript and event location before adding the incident. Here, the source says two people are outside. It does not establish whether anyone is inside. That uncertainty stays visible.</a:t>
            </a:r>
          </a:p>
          <a:p xmlns:a="http://schemas.openxmlformats.org/drawingml/2006/main">
            <a:r>
              <a:t>Sources: Local v6.6 verification, docs/V6_6_VERIFICATION.md (October 17, 2026), and supplied project handoff. Screenshots from evidence/. Demo reports, equipment and resources are fictional. Map data © OpenStreetMap contributors.</a:t>
            </a:r>
          </a:p>
          <a:p xmlns:a="http://schemas.openxmlformats.org/drawingml/2006/main">
            <a:r>
              <a:t>Fresh high-resolution captures from the locally running prototype, in an isolated synthetic capture workspace on October 17, 2026. Intake and evidence show the same fictional scenario in separate demonstration states.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a:t>
            </a:r>
          </a:p>
          <a:p xmlns:a="http://schemas.openxmlformats.org/drawingml/2006/main">
            <a:r>
              <a:t>Once the reviewed incident reaches the desk, Comm Control looks for an available team with the right capability and a usable route. Here, a medical report at Union Station has a team assignment and a route around a reported closure. The operator can inspect the choice and review a reply. The demo resources are simulated and travel times are estimates.</a:t>
            </a:r>
          </a:p>
          <a:p xmlns:a="http://schemas.openxmlformats.org/drawingml/2006/main">
            <a:r>
              <a:t>Sources: Local v6.6 verification, docs/V6_6_VERIFICATION.md (October 17, 2026), and supplied project handoff. Screenshots from evidence/. Demo reports, equipment and resources are fictional. Map data ©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When the location is missing, the route waits. The operator can correct the location and inspect the source before proceeding. Outbound instructions require review too. A delivery receipt does not establish understanding, and reported closures stay active until supported clearance or manual reopening.</a:t>
            </a:r>
          </a:p>
          <a:p xmlns:a="http://schemas.openxmlformats.org/drawingml/2006/main">
            <a:r>
              <a:t>Sources: Local v6.6 verification, docs/V6_6_VERIFICATION.md (October 17, 2026), and supplied project handoff. Screenshots from evidence/. Demo reports, equipment and resources are fictional. Map data ©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On an ordinary day, a campus, warehouse or large building could use this desk for equipment checks and access problems. Emergency responders could deploy the same workflow during an incident surge. Both need suitable teams and usable paths. Government deployment would require operational validation. Our USC demo uses fictional reports and teams.</a:t>
            </a:r>
          </a:p>
          <a:p xmlns:a="http://schemas.openxmlformats.org/drawingml/2006/main">
            <a:r>
              <a:t>Sources: Local v6.6 verification, docs/V6_6_VERIFICATION.md (October 17, 2026), and supplied project handoff. Screenshots from evidence/. Demo reports, equipment and resources are fictional. Map data © OpenStreetMap contributors.</a:t>
            </a:r>
          </a:p>
          <a:p xmlns:a="http://schemas.openxmlformats.org/drawingml/2006/main">
            <a:r>
              <a:t>User confirmed the government twist framing. No agency deployment or partnership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build combines React, FastAPI and SQLite with hosted Groq speech and extraction. AI needs internet, while saved records, cached maps and routing run locally. Packet loss and retries are simulated. The v6.6 verification records 241 backend tests and 45 browser checks, with four hosted checks skipped. These counts are engineering checks, not accuracy scores.</a:t>
            </a:r>
          </a:p>
          <a:p xmlns:a="http://schemas.openxmlformats.org/drawingml/2006/main">
            <a:r>
              <a:t>Sources: Local v6.6 verification, docs/V6_6_VERIFICATION.md (October 17, 2026), and supplied project handoff. Screenshots from evidence/. Demo reports, equipment and resources are fictional. Map data ©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We would start with one LA facilities team and a permissioned map. For the global twist, a proposed next test is a Spanish-language warehouse workflow in Mexico City. That needs language support, a local site map and local procedures. These are roadmap items. We would validate them with the people using the system.</a:t>
            </a:r>
          </a:p>
          <a:p xmlns:a="http://schemas.openxmlformats.org/drawingml/2006/main">
            <a:r>
              <a:t>Sources: User's global-twist direction. Rollout is proposed. Competitive context verified October 17, 2026 at https://relaypro.com/solutions/logistics/ and https://www.prepared911.com/blog/assistive-dispatch-available-nationwide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We would test a two-thousand-dollar setup fee and a five-hundred-dollar monthly site subscription. Those are proposed prices. For the funding twist, an alternative route is a matching DHS Science and Technology SBIR Phase I solicitation for mission-related research. We would need an eligible US small business and a suitable topic. We are not claiming an application or award.</a:t>
            </a:r>
          </a:p>
          <a:p xmlns:a="http://schemas.openxmlformats.org/drawingml/2006/main">
            <a:r>
              <a:t>Sources: Proposed pricing and arithmetic: 100 sites × $500 per month × 12 = $600,000 ARR. No current revenue, customers or willingness-to-pay study is claimed. Federal funding pathway: DHS S&amp;T SBIR, subject to small-business eligibility, topic fit and solicitation availability. Sources: https://www.sbir.gov/participating-agencies and https://www.dhs.gov/science-and-technology/small-business-innovation-research, checked October 17,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a:t>
            </a:r>
          </a:p>
          <a:p xmlns:a="http://schemas.openxmlformats.org/drawingml/2006/main">
            <a:r>
              <a:t>We’d love to test Comm Control with a real facilities team. We want to hear what helps, what gets in the way and what we need to improve. Mihir built the technology, and Tyler and Shen led business and research. Thank you.</a:t>
            </a:r>
          </a:p>
          <a:p xmlns:a="http://schemas.openxmlformats.org/drawingml/2006/main">
            <a:r>
              <a:t>Sources: Team names and roles supplied by user. Pilot is proposed. User says the twist-three poster is in progress, so no completed poster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75918874fb4c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e3466f3f7343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ce17c37d8046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d764ca569e43a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7f4fd96e334d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04b2eb0c964a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FC2C9F-1750-445A-B632-57CC1A0DE6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8375A32-E06E-4A8F-AB4F-EC96DFF2126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A33B5E-27D6-44C0-A285-D75A1D8583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4D0E51-9F77-496E-B3A5-39D27B82F8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9682D4-42D2-477F-B95F-E424F6524F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B0D579-FC9B-4B84-8F33-B14B6276B8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6FC87B-2E48-4601-B9EE-8AB1567F13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E3604C-CBFC-4FC5-A10B-4649B5E337D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2777DB-66EB-4FFC-B823-A3497450BA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F5767B-6795-42B7-B69E-5BE038E823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3f159e343341c4" /><Relationship Type="http://schemas.openxmlformats.org/officeDocument/2006/relationships/slideLayout" Target="/ppt/slideLayouts/slideLayout1.xml" Id="Rdd0280857e4549f1" /><Relationship Type="http://schemas.openxmlformats.org/officeDocument/2006/relationships/slideLayout" Target="/ppt/slideLayouts/slideLayout2.xml" Id="R4f760c2a7ab04709" /><Relationship Type="http://schemas.openxmlformats.org/officeDocument/2006/relationships/slideLayout" Target="/ppt/slideLayouts/slideLayout3.xml" Id="Rfa7a155f6ae441b6" /><Relationship Type="http://schemas.openxmlformats.org/officeDocument/2006/relationships/slideLayout" Target="/ppt/slideLayouts/slideLayout4.xml" Id="Rb14dbc0838a1416a" /><Relationship Type="http://schemas.openxmlformats.org/officeDocument/2006/relationships/slideLayout" Target="/ppt/slideLayouts/slideLayout5.xml" Id="R5e9bc1ae091c41e7" /><Relationship Type="http://schemas.openxmlformats.org/officeDocument/2006/relationships/slideLayout" Target="/ppt/slideLayouts/slideLayout6.xml" Id="R2e706efdf04845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0280857e4549f1"/>
    <p:sldLayoutId xmlns:r="http://schemas.openxmlformats.org/officeDocument/2006/relationships" id="2147483650" r:id="R4f760c2a7ab04709"/>
    <p:sldLayoutId xmlns:r="http://schemas.openxmlformats.org/officeDocument/2006/relationships" id="2147483651" r:id="Rfa7a155f6ae441b6"/>
    <p:sldLayoutId xmlns:r="http://schemas.openxmlformats.org/officeDocument/2006/relationships" id="2147483652" r:id="Rb14dbc0838a1416a"/>
    <p:sldLayoutId xmlns:r="http://schemas.openxmlformats.org/officeDocument/2006/relationships" id="2147483653" r:id="R5e9bc1ae091c41e7"/>
    <p:sldLayoutId xmlns:r="http://schemas.openxmlformats.org/officeDocument/2006/relationships" id="2147483654" r:id="R2e706efdf04845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unito Sans"/>
        <a:ea typeface=""/>
        <a:cs typeface=""/>
      </a:majorFont>
      <a:minorFont>
        <a:latin typeface="Nuni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10221209d4d78" /><Relationship Type="http://schemas.openxmlformats.org/officeDocument/2006/relationships/notesSlide" Target="/ppt/notesSlides/notesSlide1.xml" Id="Re5ebd0dbe58348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955f5c4c444ff8" /><Relationship Type="http://schemas.openxmlformats.org/officeDocument/2006/relationships/notesSlide" Target="/ppt/notesSlides/notesSlide2.xml" Id="Rc34b9ef8a28744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6c88d6751d4b49" /><Relationship Type="http://schemas.openxmlformats.org/officeDocument/2006/relationships/image" Target="/ppt/media/image.png" Id="R197b0f184f164d21" /><Relationship Type="http://schemas.openxmlformats.org/officeDocument/2006/relationships/image" Target="/ppt/media/image2.png" Id="Raf0a7eb077ca4ed7" /><Relationship Type="http://schemas.openxmlformats.org/officeDocument/2006/relationships/notesSlide" Target="/ppt/notesSlides/notesSlide3.xml" Id="R899199cddff949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8423ec5a254566" /><Relationship Type="http://schemas.openxmlformats.org/officeDocument/2006/relationships/image" Target="/ppt/media/image3.png" Id="R8b4cf25a38d14388" /><Relationship Type="http://schemas.openxmlformats.org/officeDocument/2006/relationships/image" Target="/ppt/media/image4.png" Id="R389c2702a6ff4cb7" /><Relationship Type="http://schemas.openxmlformats.org/officeDocument/2006/relationships/notesSlide" Target="/ppt/notesSlides/notesSlide4.xml" Id="R07e9640e0f2746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3f4c20ce524893" /><Relationship Type="http://schemas.openxmlformats.org/officeDocument/2006/relationships/image" Target="/ppt/media/image5.png" Id="R5e89baf87cbc43ef" /><Relationship Type="http://schemas.openxmlformats.org/officeDocument/2006/relationships/notesSlide" Target="/ppt/notesSlides/notesSlide5.xml" Id="R606ba5015b244f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6e3bd5f23743d2" /><Relationship Type="http://schemas.openxmlformats.org/officeDocument/2006/relationships/image" Target="/ppt/media/image6.png" Id="Rec4808c86f4541ef" /><Relationship Type="http://schemas.openxmlformats.org/officeDocument/2006/relationships/image" Target="/ppt/media/image7.png" Id="Recf962793d13480c" /><Relationship Type="http://schemas.openxmlformats.org/officeDocument/2006/relationships/notesSlide" Target="/ppt/notesSlides/notesSlide6.xml" Id="R3f51fbd1f56d48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9cd88544ef4b2f" /><Relationship Type="http://schemas.openxmlformats.org/officeDocument/2006/relationships/notesSlide" Target="/ppt/notesSlides/notesSlide7.xml" Id="Rc3861668c04a4a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99c0f89bdcd45a5" /><Relationship Type="http://schemas.openxmlformats.org/officeDocument/2006/relationships/notesSlide" Target="/ppt/notesSlides/notesSlide8.xml" Id="R11defc0f662645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25eb09fe0a4371" /><Relationship Type="http://schemas.openxmlformats.org/officeDocument/2006/relationships/notesSlide" Target="/ppt/notesSlides/notesSlide9.xml" Id="R010d2008180f4a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5b725f596334f57" /><Relationship Type="http://schemas.openxmlformats.org/officeDocument/2006/relationships/notesSlide" Target="/ppt/notesSlides/notesSlide10.xml" Id="Ra94302c073b14b9e"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1AA014-0329-437D-9BE2-EE528E0A4174}"/>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01</a:t>
            </a:r>
          </a:p>
        </p:txBody>
      </p:sp>
      <p:sp>
        <p:nvSpPr>
          <p:cNvPr id="2" name="">
            <a:extLst xmlns:a="http://schemas.openxmlformats.org/drawingml/2006/main">
              <a:ext uri="{FF2B5EF4-FFF2-40B4-BE49-F238E27FC236}">
                <a16:creationId xmlns:a16="http://schemas.microsoft.com/office/drawing/2014/main" id="{2D95AC4C-AF0A-41A4-A1E5-9494BDF5C4DF}"/>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45D41370-FDB6-48D9-8B1D-C166CABA3D26}"/>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43C34D3D-B674-4418-8C1C-949ABE0C00B6}"/>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InnovateLA x Dual-Use Hackathon</a:t>
            </a:r>
          </a:p>
        </p:txBody>
      </p:sp>
      <p:sp>
        <p:nvSpPr>
          <p:cNvPr id="5" name="">
            <a:extLst xmlns:a="http://schemas.openxmlformats.org/drawingml/2006/main">
              <a:ext uri="{FF2B5EF4-FFF2-40B4-BE49-F238E27FC236}">
                <a16:creationId xmlns:a16="http://schemas.microsoft.com/office/drawing/2014/main" id="{53EFD5F3-7D02-4529-988C-78831D51DC63}"/>
              </a:ext>
            </a:extLst>
          </p:cNvPr>
          <p:cNvSpPr>
            <a:spLocks xmlns:a="http://schemas.openxmlformats.org/drawingml/2006/main" noGrp="1"/>
          </p:cNvSpPr>
          <p:nvPr/>
        </p:nvSpPr>
        <p:spPr>
          <a:xfrm xmlns:a="http://schemas.openxmlformats.org/drawingml/2006/main">
            <a:off x="504825" y="1181100"/>
            <a:ext cx="11049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400" b="1" i="0">
                <a:solidFill>
                  <a:srgbClr val="233D54"/>
                </a:solidFill>
                <a:latin typeface="Nunito Sans"/>
                <a:ea typeface="Nunito Sans"/>
                <a:cs typeface="Nunito Sans"/>
              </a:defRPr>
            </a:defPPr>
            <a:lvl1pPr>
              <a:defRPr sz="8400" b="1" i="0">
                <a:solidFill>
                  <a:srgbClr val="233D54"/>
                </a:solidFill>
                <a:latin typeface="Nunito Sans"/>
                <a:ea typeface="Nunito Sans"/>
                <a:cs typeface="Nunito Sans"/>
              </a:defRPr>
            </a:lvl1pPr>
            <a:lvl2pPr>
              <a:defRPr sz="8400" b="1" i="0">
                <a:solidFill>
                  <a:srgbClr val="233D54"/>
                </a:solidFill>
                <a:latin typeface="Nunito Sans"/>
                <a:ea typeface="Nunito Sans"/>
                <a:cs typeface="Nunito Sans"/>
              </a:defRPr>
            </a:lvl2pPr>
            <a:lvl3pPr>
              <a:defRPr sz="8400" b="1" i="0">
                <a:solidFill>
                  <a:srgbClr val="233D54"/>
                </a:solidFill>
                <a:latin typeface="Nunito Sans"/>
                <a:ea typeface="Nunito Sans"/>
                <a:cs typeface="Nunito Sans"/>
              </a:defRPr>
            </a:lvl3pPr>
            <a:lvl4pPr>
              <a:defRPr sz="8400" b="1" i="0">
                <a:solidFill>
                  <a:srgbClr val="233D54"/>
                </a:solidFill>
                <a:latin typeface="Nunito Sans"/>
                <a:ea typeface="Nunito Sans"/>
                <a:cs typeface="Nunito Sans"/>
              </a:defRPr>
            </a:lvl4pPr>
            <a:lvl5pPr>
              <a:defRPr sz="8400" b="1" i="0">
                <a:solidFill>
                  <a:srgbClr val="233D54"/>
                </a:solidFill>
                <a:latin typeface="Nunito Sans"/>
                <a:ea typeface="Nunito Sans"/>
                <a:cs typeface="Nunito Sans"/>
              </a:defRPr>
            </a:lvl5pPr>
            <a:lvl6pPr>
              <a:defRPr sz="8400" b="1" i="0">
                <a:solidFill>
                  <a:srgbClr val="233D54"/>
                </a:solidFill>
                <a:latin typeface="Nunito Sans"/>
                <a:ea typeface="Nunito Sans"/>
                <a:cs typeface="Nunito Sans"/>
              </a:defRPr>
            </a:lvl6pPr>
            <a:lvl7pPr>
              <a:defRPr sz="8400" b="1" i="0">
                <a:solidFill>
                  <a:srgbClr val="233D54"/>
                </a:solidFill>
                <a:latin typeface="Nunito Sans"/>
                <a:ea typeface="Nunito Sans"/>
                <a:cs typeface="Nunito Sans"/>
              </a:defRPr>
            </a:lvl7pPr>
            <a:lvl8pPr>
              <a:defRPr sz="8400" b="1" i="0">
                <a:solidFill>
                  <a:srgbClr val="233D54"/>
                </a:solidFill>
                <a:latin typeface="Nunito Sans"/>
                <a:ea typeface="Nunito Sans"/>
                <a:cs typeface="Nunito Sans"/>
              </a:defRPr>
            </a:lvl8pPr>
            <a:lvl9pPr>
              <a:defRPr sz="8400" b="1" i="0">
                <a:solidFill>
                  <a:srgbClr val="233D54"/>
                </a:solidFill>
                <a:latin typeface="Nunito Sans"/>
                <a:ea typeface="Nunito Sans"/>
                <a:cs typeface="Nunito Sans"/>
              </a:defRPr>
            </a:lvl9pPr>
          </a:lstStyle>
          <a:p xmlns:a="http://schemas.openxmlformats.org/drawingml/2006/main">
            <a:pPr>
              <a:defRPr sz="8400" b="1" i="0">
                <a:solidFill>
                  <a:srgbClr val="233D54"/>
                </a:solidFill>
                <a:latin typeface="Nunito Sans"/>
                <a:ea typeface="Nunito Sans"/>
                <a:cs typeface="Nunito Sans"/>
              </a:defRPr>
            </a:pPr>
            <a:r>
              <a:rPr sz="8400" b="1" i="0">
                <a:solidFill>
                  <a:srgbClr val="233D54"/>
                </a:solidFill>
                <a:latin typeface="Nunito Sans"/>
                <a:ea typeface="Nunito Sans"/>
                <a:cs typeface="Nunito Sans"/>
              </a:rPr>
              <a:t>Comm Control</a:t>
            </a:r>
          </a:p>
        </p:txBody>
      </p:sp>
      <p:sp>
        <p:nvSpPr>
          <p:cNvPr id="6" name="">
            <a:extLst xmlns:a="http://schemas.openxmlformats.org/drawingml/2006/main">
              <a:ext uri="{FF2B5EF4-FFF2-40B4-BE49-F238E27FC236}">
                <a16:creationId xmlns:a16="http://schemas.microsoft.com/office/drawing/2014/main" id="{C6951CEC-6392-45BD-B191-49678216D963}"/>
              </a:ext>
            </a:extLst>
          </p:cNvPr>
          <p:cNvSpPr>
            <a:spLocks xmlns:a="http://schemas.openxmlformats.org/drawingml/2006/main" noGrp="1"/>
          </p:cNvSpPr>
          <p:nvPr/>
        </p:nvSpPr>
        <p:spPr>
          <a:xfrm xmlns:a="http://schemas.openxmlformats.org/drawingml/2006/main">
            <a:off x="590550" y="3019425"/>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i="0">
                <a:solidFill>
                  <a:srgbClr val="2868AA"/>
                </a:solidFill>
                <a:latin typeface="Nunito Sans"/>
                <a:ea typeface="Nunito Sans"/>
                <a:cs typeface="Nunito Sans"/>
              </a:defRPr>
            </a:defPPr>
            <a:lvl1pPr>
              <a:defRPr sz="4350" b="1" i="0">
                <a:solidFill>
                  <a:srgbClr val="2868AA"/>
                </a:solidFill>
                <a:latin typeface="Nunito Sans"/>
                <a:ea typeface="Nunito Sans"/>
                <a:cs typeface="Nunito Sans"/>
              </a:defRPr>
            </a:lvl1pPr>
            <a:lvl2pPr>
              <a:defRPr sz="4350" b="1" i="0">
                <a:solidFill>
                  <a:srgbClr val="2868AA"/>
                </a:solidFill>
                <a:latin typeface="Nunito Sans"/>
                <a:ea typeface="Nunito Sans"/>
                <a:cs typeface="Nunito Sans"/>
              </a:defRPr>
            </a:lvl2pPr>
            <a:lvl3pPr>
              <a:defRPr sz="4350" b="1" i="0">
                <a:solidFill>
                  <a:srgbClr val="2868AA"/>
                </a:solidFill>
                <a:latin typeface="Nunito Sans"/>
                <a:ea typeface="Nunito Sans"/>
                <a:cs typeface="Nunito Sans"/>
              </a:defRPr>
            </a:lvl3pPr>
            <a:lvl4pPr>
              <a:defRPr sz="4350" b="1" i="0">
                <a:solidFill>
                  <a:srgbClr val="2868AA"/>
                </a:solidFill>
                <a:latin typeface="Nunito Sans"/>
                <a:ea typeface="Nunito Sans"/>
                <a:cs typeface="Nunito Sans"/>
              </a:defRPr>
            </a:lvl4pPr>
            <a:lvl5pPr>
              <a:defRPr sz="4350" b="1" i="0">
                <a:solidFill>
                  <a:srgbClr val="2868AA"/>
                </a:solidFill>
                <a:latin typeface="Nunito Sans"/>
                <a:ea typeface="Nunito Sans"/>
                <a:cs typeface="Nunito Sans"/>
              </a:defRPr>
            </a:lvl5pPr>
            <a:lvl6pPr>
              <a:defRPr sz="4350" b="1" i="0">
                <a:solidFill>
                  <a:srgbClr val="2868AA"/>
                </a:solidFill>
                <a:latin typeface="Nunito Sans"/>
                <a:ea typeface="Nunito Sans"/>
                <a:cs typeface="Nunito Sans"/>
              </a:defRPr>
            </a:lvl6pPr>
            <a:lvl7pPr>
              <a:defRPr sz="4350" b="1" i="0">
                <a:solidFill>
                  <a:srgbClr val="2868AA"/>
                </a:solidFill>
                <a:latin typeface="Nunito Sans"/>
                <a:ea typeface="Nunito Sans"/>
                <a:cs typeface="Nunito Sans"/>
              </a:defRPr>
            </a:lvl7pPr>
            <a:lvl8pPr>
              <a:defRPr sz="4350" b="1" i="0">
                <a:solidFill>
                  <a:srgbClr val="2868AA"/>
                </a:solidFill>
                <a:latin typeface="Nunito Sans"/>
                <a:ea typeface="Nunito Sans"/>
                <a:cs typeface="Nunito Sans"/>
              </a:defRPr>
            </a:lvl8pPr>
            <a:lvl9pPr>
              <a:defRPr sz="4350" b="1" i="0">
                <a:solidFill>
                  <a:srgbClr val="2868AA"/>
                </a:solidFill>
                <a:latin typeface="Nunito Sans"/>
                <a:ea typeface="Nunito Sans"/>
                <a:cs typeface="Nunito Sans"/>
              </a:defRPr>
            </a:lvl9pPr>
          </a:lstStyle>
          <a:p xmlns:a="http://schemas.openxmlformats.org/drawingml/2006/main">
            <a:pPr>
              <a:defRPr sz="4350" b="1" i="0">
                <a:solidFill>
                  <a:srgbClr val="2868AA"/>
                </a:solidFill>
                <a:latin typeface="Nunito Sans"/>
                <a:ea typeface="Nunito Sans"/>
                <a:cs typeface="Nunito Sans"/>
              </a:defRPr>
            </a:pPr>
            <a:r>
              <a:rPr sz="4350" b="1" i="0">
                <a:solidFill>
                  <a:srgbClr val="2868AA"/>
                </a:solidFill>
                <a:latin typeface="Nunito Sans"/>
                <a:ea typeface="Nunito Sans"/>
                <a:cs typeface="Nunito Sans"/>
              </a:rPr>
              <a:t>A spoken report becomes</a:t>
            </a:r>
          </a:p>
          <a:p xmlns:a="http://schemas.openxmlformats.org/drawingml/2006/main">
            <a:pPr>
              <a:defRPr sz="4350" b="1" i="0">
                <a:solidFill>
                  <a:srgbClr val="2868AA"/>
                </a:solidFill>
                <a:latin typeface="Nunito Sans"/>
                <a:ea typeface="Nunito Sans"/>
                <a:cs typeface="Nunito Sans"/>
              </a:defRPr>
            </a:pPr>
            <a:r>
              <a:rPr sz="4350" b="1" i="0">
                <a:solidFill>
                  <a:srgbClr val="2868AA"/>
                </a:solidFill>
                <a:latin typeface="Nunito Sans"/>
                <a:ea typeface="Nunito Sans"/>
                <a:cs typeface="Nunito Sans"/>
              </a:rPr>
              <a:t>a response plan.</a:t>
            </a:r>
          </a:p>
        </p:txBody>
      </p:sp>
      <p:sp>
        <p:nvSpPr>
          <p:cNvPr id="7" name="">
            <a:extLst xmlns:a="http://schemas.openxmlformats.org/drawingml/2006/main">
              <a:ext uri="{FF2B5EF4-FFF2-40B4-BE49-F238E27FC236}">
                <a16:creationId xmlns:a16="http://schemas.microsoft.com/office/drawing/2014/main" id="{16F09ACA-C1FD-45DF-B508-E5DDF4C491ED}"/>
              </a:ext>
            </a:extLst>
          </p:cNvPr>
          <p:cNvSpPr>
            <a:spLocks xmlns:a="http://schemas.openxmlformats.org/drawingml/2006/main" noGrp="1"/>
          </p:cNvSpPr>
          <p:nvPr/>
        </p:nvSpPr>
        <p:spPr>
          <a:xfrm xmlns:a="http://schemas.openxmlformats.org/drawingml/2006/main">
            <a:off x="590550" y="5305425"/>
            <a:ext cx="1095375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A6ABEAC-121F-4FA5-8F10-C1284A961EED}"/>
              </a:ext>
            </a:extLst>
          </p:cNvPr>
          <p:cNvSpPr>
            <a:spLocks xmlns:a="http://schemas.openxmlformats.org/drawingml/2006/main" noGrp="1"/>
          </p:cNvSpPr>
          <p:nvPr/>
        </p:nvSpPr>
        <p:spPr>
          <a:xfrm xmlns:a="http://schemas.openxmlformats.org/drawingml/2006/main">
            <a:off x="590550" y="56769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i="0">
                <a:solidFill>
                  <a:srgbClr val="233D54"/>
                </a:solidFill>
                <a:latin typeface="Nunito Sans"/>
                <a:ea typeface="Nunito Sans"/>
                <a:cs typeface="Nunito Sans"/>
              </a:defRPr>
            </a:defPPr>
            <a:lvl1pPr>
              <a:defRPr sz="2100" b="1" i="0">
                <a:solidFill>
                  <a:srgbClr val="233D54"/>
                </a:solidFill>
                <a:latin typeface="Nunito Sans"/>
                <a:ea typeface="Nunito Sans"/>
                <a:cs typeface="Nunito Sans"/>
              </a:defRPr>
            </a:lvl1pPr>
            <a:lvl2pPr>
              <a:defRPr sz="2100" b="1" i="0">
                <a:solidFill>
                  <a:srgbClr val="233D54"/>
                </a:solidFill>
                <a:latin typeface="Nunito Sans"/>
                <a:ea typeface="Nunito Sans"/>
                <a:cs typeface="Nunito Sans"/>
              </a:defRPr>
            </a:lvl2pPr>
            <a:lvl3pPr>
              <a:defRPr sz="2100" b="1" i="0">
                <a:solidFill>
                  <a:srgbClr val="233D54"/>
                </a:solidFill>
                <a:latin typeface="Nunito Sans"/>
                <a:ea typeface="Nunito Sans"/>
                <a:cs typeface="Nunito Sans"/>
              </a:defRPr>
            </a:lvl3pPr>
            <a:lvl4pPr>
              <a:defRPr sz="2100" b="1" i="0">
                <a:solidFill>
                  <a:srgbClr val="233D54"/>
                </a:solidFill>
                <a:latin typeface="Nunito Sans"/>
                <a:ea typeface="Nunito Sans"/>
                <a:cs typeface="Nunito Sans"/>
              </a:defRPr>
            </a:lvl4pPr>
            <a:lvl5pPr>
              <a:defRPr sz="2100" b="1" i="0">
                <a:solidFill>
                  <a:srgbClr val="233D54"/>
                </a:solidFill>
                <a:latin typeface="Nunito Sans"/>
                <a:ea typeface="Nunito Sans"/>
                <a:cs typeface="Nunito Sans"/>
              </a:defRPr>
            </a:lvl5pPr>
            <a:lvl6pPr>
              <a:defRPr sz="2100" b="1" i="0">
                <a:solidFill>
                  <a:srgbClr val="233D54"/>
                </a:solidFill>
                <a:latin typeface="Nunito Sans"/>
                <a:ea typeface="Nunito Sans"/>
                <a:cs typeface="Nunito Sans"/>
              </a:defRPr>
            </a:lvl6pPr>
            <a:lvl7pPr>
              <a:defRPr sz="2100" b="1" i="0">
                <a:solidFill>
                  <a:srgbClr val="233D54"/>
                </a:solidFill>
                <a:latin typeface="Nunito Sans"/>
                <a:ea typeface="Nunito Sans"/>
                <a:cs typeface="Nunito Sans"/>
              </a:defRPr>
            </a:lvl7pPr>
            <a:lvl8pPr>
              <a:defRPr sz="2100" b="1" i="0">
                <a:solidFill>
                  <a:srgbClr val="233D54"/>
                </a:solidFill>
                <a:latin typeface="Nunito Sans"/>
                <a:ea typeface="Nunito Sans"/>
                <a:cs typeface="Nunito Sans"/>
              </a:defRPr>
            </a:lvl8pPr>
            <a:lvl9pPr>
              <a:defRPr sz="2100" b="1" i="0">
                <a:solidFill>
                  <a:srgbClr val="233D54"/>
                </a:solidFill>
                <a:latin typeface="Nunito Sans"/>
                <a:ea typeface="Nunito Sans"/>
                <a:cs typeface="Nunito Sans"/>
              </a:defRPr>
            </a:lvl9pPr>
          </a:lstStyle>
          <a:p xmlns:a="http://schemas.openxmlformats.org/drawingml/2006/main">
            <a:pPr>
              <a:defRPr sz="2100" b="1" i="0">
                <a:solidFill>
                  <a:srgbClr val="233D54"/>
                </a:solidFill>
                <a:latin typeface="Nunito Sans"/>
                <a:ea typeface="Nunito Sans"/>
                <a:cs typeface="Nunito Sans"/>
              </a:defRPr>
            </a:pPr>
            <a:r>
              <a:rPr sz="2100" b="1" i="0">
                <a:solidFill>
                  <a:srgbClr val="233D54"/>
                </a:solidFill>
                <a:latin typeface="Nunito Sans"/>
                <a:ea typeface="Nunito Sans"/>
                <a:cs typeface="Nunito Sans"/>
              </a:rPr>
              <a:t>Mihir Duvedi</a:t>
            </a:r>
          </a:p>
        </p:txBody>
      </p:sp>
      <p:sp>
        <p:nvSpPr>
          <p:cNvPr id="9" name="">
            <a:extLst xmlns:a="http://schemas.openxmlformats.org/drawingml/2006/main">
              <a:ext uri="{FF2B5EF4-FFF2-40B4-BE49-F238E27FC236}">
                <a16:creationId xmlns:a16="http://schemas.microsoft.com/office/drawing/2014/main" id="{CEC21842-09CC-4E44-9BAF-0796133EF5B2}"/>
              </a:ext>
            </a:extLst>
          </p:cNvPr>
          <p:cNvSpPr>
            <a:spLocks xmlns:a="http://schemas.openxmlformats.org/drawingml/2006/main" noGrp="1"/>
          </p:cNvSpPr>
          <p:nvPr/>
        </p:nvSpPr>
        <p:spPr>
          <a:xfrm xmlns:a="http://schemas.openxmlformats.org/drawingml/2006/main">
            <a:off x="4391025" y="56769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i="0">
                <a:solidFill>
                  <a:srgbClr val="233D54"/>
                </a:solidFill>
                <a:latin typeface="Nunito Sans"/>
                <a:ea typeface="Nunito Sans"/>
                <a:cs typeface="Nunito Sans"/>
              </a:defRPr>
            </a:defPPr>
            <a:lvl1pPr>
              <a:defRPr sz="2100" b="1" i="0">
                <a:solidFill>
                  <a:srgbClr val="233D54"/>
                </a:solidFill>
                <a:latin typeface="Nunito Sans"/>
                <a:ea typeface="Nunito Sans"/>
                <a:cs typeface="Nunito Sans"/>
              </a:defRPr>
            </a:lvl1pPr>
            <a:lvl2pPr>
              <a:defRPr sz="2100" b="1" i="0">
                <a:solidFill>
                  <a:srgbClr val="233D54"/>
                </a:solidFill>
                <a:latin typeface="Nunito Sans"/>
                <a:ea typeface="Nunito Sans"/>
                <a:cs typeface="Nunito Sans"/>
              </a:defRPr>
            </a:lvl2pPr>
            <a:lvl3pPr>
              <a:defRPr sz="2100" b="1" i="0">
                <a:solidFill>
                  <a:srgbClr val="233D54"/>
                </a:solidFill>
                <a:latin typeface="Nunito Sans"/>
                <a:ea typeface="Nunito Sans"/>
                <a:cs typeface="Nunito Sans"/>
              </a:defRPr>
            </a:lvl3pPr>
            <a:lvl4pPr>
              <a:defRPr sz="2100" b="1" i="0">
                <a:solidFill>
                  <a:srgbClr val="233D54"/>
                </a:solidFill>
                <a:latin typeface="Nunito Sans"/>
                <a:ea typeface="Nunito Sans"/>
                <a:cs typeface="Nunito Sans"/>
              </a:defRPr>
            </a:lvl4pPr>
            <a:lvl5pPr>
              <a:defRPr sz="2100" b="1" i="0">
                <a:solidFill>
                  <a:srgbClr val="233D54"/>
                </a:solidFill>
                <a:latin typeface="Nunito Sans"/>
                <a:ea typeface="Nunito Sans"/>
                <a:cs typeface="Nunito Sans"/>
              </a:defRPr>
            </a:lvl5pPr>
            <a:lvl6pPr>
              <a:defRPr sz="2100" b="1" i="0">
                <a:solidFill>
                  <a:srgbClr val="233D54"/>
                </a:solidFill>
                <a:latin typeface="Nunito Sans"/>
                <a:ea typeface="Nunito Sans"/>
                <a:cs typeface="Nunito Sans"/>
              </a:defRPr>
            </a:lvl6pPr>
            <a:lvl7pPr>
              <a:defRPr sz="2100" b="1" i="0">
                <a:solidFill>
                  <a:srgbClr val="233D54"/>
                </a:solidFill>
                <a:latin typeface="Nunito Sans"/>
                <a:ea typeface="Nunito Sans"/>
                <a:cs typeface="Nunito Sans"/>
              </a:defRPr>
            </a:lvl7pPr>
            <a:lvl8pPr>
              <a:defRPr sz="2100" b="1" i="0">
                <a:solidFill>
                  <a:srgbClr val="233D54"/>
                </a:solidFill>
                <a:latin typeface="Nunito Sans"/>
                <a:ea typeface="Nunito Sans"/>
                <a:cs typeface="Nunito Sans"/>
              </a:defRPr>
            </a:lvl8pPr>
            <a:lvl9pPr>
              <a:defRPr sz="2100" b="1" i="0">
                <a:solidFill>
                  <a:srgbClr val="233D54"/>
                </a:solidFill>
                <a:latin typeface="Nunito Sans"/>
                <a:ea typeface="Nunito Sans"/>
                <a:cs typeface="Nunito Sans"/>
              </a:defRPr>
            </a:lvl9pPr>
          </a:lstStyle>
          <a:p xmlns:a="http://schemas.openxmlformats.org/drawingml/2006/main">
            <a:pPr>
              <a:defRPr sz="2100" b="1" i="0">
                <a:solidFill>
                  <a:srgbClr val="233D54"/>
                </a:solidFill>
                <a:latin typeface="Nunito Sans"/>
                <a:ea typeface="Nunito Sans"/>
                <a:cs typeface="Nunito Sans"/>
              </a:defRPr>
            </a:pPr>
            <a:r>
              <a:rPr sz="2100" b="1" i="0">
                <a:solidFill>
                  <a:srgbClr val="233D54"/>
                </a:solidFill>
                <a:latin typeface="Nunito Sans"/>
                <a:ea typeface="Nunito Sans"/>
                <a:cs typeface="Nunito Sans"/>
              </a:rPr>
              <a:t>Tyler Tran</a:t>
            </a:r>
          </a:p>
        </p:txBody>
      </p:sp>
      <p:sp>
        <p:nvSpPr>
          <p:cNvPr id="10" name="">
            <a:extLst xmlns:a="http://schemas.openxmlformats.org/drawingml/2006/main">
              <a:ext uri="{FF2B5EF4-FFF2-40B4-BE49-F238E27FC236}">
                <a16:creationId xmlns:a16="http://schemas.microsoft.com/office/drawing/2014/main" id="{44B4E061-72B4-4287-85C7-9E72BC437784}"/>
              </a:ext>
            </a:extLst>
          </p:cNvPr>
          <p:cNvSpPr>
            <a:spLocks xmlns:a="http://schemas.openxmlformats.org/drawingml/2006/main" noGrp="1"/>
          </p:cNvSpPr>
          <p:nvPr/>
        </p:nvSpPr>
        <p:spPr>
          <a:xfrm xmlns:a="http://schemas.openxmlformats.org/drawingml/2006/main">
            <a:off x="8191500" y="56769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i="0">
                <a:solidFill>
                  <a:srgbClr val="233D54"/>
                </a:solidFill>
                <a:latin typeface="Nunito Sans"/>
                <a:ea typeface="Nunito Sans"/>
                <a:cs typeface="Nunito Sans"/>
              </a:defRPr>
            </a:defPPr>
            <a:lvl1pPr>
              <a:defRPr sz="2100" b="1" i="0">
                <a:solidFill>
                  <a:srgbClr val="233D54"/>
                </a:solidFill>
                <a:latin typeface="Nunito Sans"/>
                <a:ea typeface="Nunito Sans"/>
                <a:cs typeface="Nunito Sans"/>
              </a:defRPr>
            </a:lvl1pPr>
            <a:lvl2pPr>
              <a:defRPr sz="2100" b="1" i="0">
                <a:solidFill>
                  <a:srgbClr val="233D54"/>
                </a:solidFill>
                <a:latin typeface="Nunito Sans"/>
                <a:ea typeface="Nunito Sans"/>
                <a:cs typeface="Nunito Sans"/>
              </a:defRPr>
            </a:lvl2pPr>
            <a:lvl3pPr>
              <a:defRPr sz="2100" b="1" i="0">
                <a:solidFill>
                  <a:srgbClr val="233D54"/>
                </a:solidFill>
                <a:latin typeface="Nunito Sans"/>
                <a:ea typeface="Nunito Sans"/>
                <a:cs typeface="Nunito Sans"/>
              </a:defRPr>
            </a:lvl3pPr>
            <a:lvl4pPr>
              <a:defRPr sz="2100" b="1" i="0">
                <a:solidFill>
                  <a:srgbClr val="233D54"/>
                </a:solidFill>
                <a:latin typeface="Nunito Sans"/>
                <a:ea typeface="Nunito Sans"/>
                <a:cs typeface="Nunito Sans"/>
              </a:defRPr>
            </a:lvl4pPr>
            <a:lvl5pPr>
              <a:defRPr sz="2100" b="1" i="0">
                <a:solidFill>
                  <a:srgbClr val="233D54"/>
                </a:solidFill>
                <a:latin typeface="Nunito Sans"/>
                <a:ea typeface="Nunito Sans"/>
                <a:cs typeface="Nunito Sans"/>
              </a:defRPr>
            </a:lvl5pPr>
            <a:lvl6pPr>
              <a:defRPr sz="2100" b="1" i="0">
                <a:solidFill>
                  <a:srgbClr val="233D54"/>
                </a:solidFill>
                <a:latin typeface="Nunito Sans"/>
                <a:ea typeface="Nunito Sans"/>
                <a:cs typeface="Nunito Sans"/>
              </a:defRPr>
            </a:lvl6pPr>
            <a:lvl7pPr>
              <a:defRPr sz="2100" b="1" i="0">
                <a:solidFill>
                  <a:srgbClr val="233D54"/>
                </a:solidFill>
                <a:latin typeface="Nunito Sans"/>
                <a:ea typeface="Nunito Sans"/>
                <a:cs typeface="Nunito Sans"/>
              </a:defRPr>
            </a:lvl7pPr>
            <a:lvl8pPr>
              <a:defRPr sz="2100" b="1" i="0">
                <a:solidFill>
                  <a:srgbClr val="233D54"/>
                </a:solidFill>
                <a:latin typeface="Nunito Sans"/>
                <a:ea typeface="Nunito Sans"/>
                <a:cs typeface="Nunito Sans"/>
              </a:defRPr>
            </a:lvl8pPr>
            <a:lvl9pPr>
              <a:defRPr sz="2100" b="1" i="0">
                <a:solidFill>
                  <a:srgbClr val="233D54"/>
                </a:solidFill>
                <a:latin typeface="Nunito Sans"/>
                <a:ea typeface="Nunito Sans"/>
                <a:cs typeface="Nunito Sans"/>
              </a:defRPr>
            </a:lvl9pPr>
          </a:lstStyle>
          <a:p xmlns:a="http://schemas.openxmlformats.org/drawingml/2006/main">
            <a:pPr>
              <a:defRPr sz="2100" b="1" i="0">
                <a:solidFill>
                  <a:srgbClr val="233D54"/>
                </a:solidFill>
                <a:latin typeface="Nunito Sans"/>
                <a:ea typeface="Nunito Sans"/>
                <a:cs typeface="Nunito Sans"/>
              </a:defRPr>
            </a:pPr>
            <a:r>
              <a:rPr sz="2100" b="1" i="0">
                <a:solidFill>
                  <a:srgbClr val="233D54"/>
                </a:solidFill>
                <a:latin typeface="Nunito Sans"/>
                <a:ea typeface="Nunito Sans"/>
                <a:cs typeface="Nunito Sans"/>
              </a:rPr>
              <a:t>Shen Tan</a:t>
            </a:r>
          </a:p>
        </p:txBody>
      </p:sp>
      <p:sp>
        <p:nvSpPr>
          <p:cNvPr id="11" name="">
            <a:extLst xmlns:a="http://schemas.openxmlformats.org/drawingml/2006/main">
              <a:ext uri="{FF2B5EF4-FFF2-40B4-BE49-F238E27FC236}">
                <a16:creationId xmlns:a16="http://schemas.microsoft.com/office/drawing/2014/main" id="{D9886C22-36C3-4660-A8CE-A66E51F4E082}"/>
              </a:ext>
            </a:extLst>
          </p:cNvPr>
          <p:cNvSpPr>
            <a:spLocks xmlns:a="http://schemas.openxmlformats.org/drawingml/2006/main" noGrp="1"/>
          </p:cNvSpPr>
          <p:nvPr/>
        </p:nvSpPr>
        <p:spPr>
          <a:xfrm xmlns:a="http://schemas.openxmlformats.org/drawingml/2006/main">
            <a:off x="590550" y="63627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i="0">
                <a:solidFill>
                  <a:srgbClr val="506B82"/>
                </a:solidFill>
                <a:latin typeface="Nunito Sans"/>
                <a:ea typeface="Nunito Sans"/>
                <a:cs typeface="Nunito Sans"/>
              </a:defRPr>
            </a:defPPr>
            <a:lvl1pPr>
              <a:defRPr sz="1275" b="0" i="0">
                <a:solidFill>
                  <a:srgbClr val="506B82"/>
                </a:solidFill>
                <a:latin typeface="Nunito Sans"/>
                <a:ea typeface="Nunito Sans"/>
                <a:cs typeface="Nunito Sans"/>
              </a:defRPr>
            </a:lvl1pPr>
            <a:lvl2pPr>
              <a:defRPr sz="1275" b="0" i="0">
                <a:solidFill>
                  <a:srgbClr val="506B82"/>
                </a:solidFill>
                <a:latin typeface="Nunito Sans"/>
                <a:ea typeface="Nunito Sans"/>
                <a:cs typeface="Nunito Sans"/>
              </a:defRPr>
            </a:lvl2pPr>
            <a:lvl3pPr>
              <a:defRPr sz="1275" b="0" i="0">
                <a:solidFill>
                  <a:srgbClr val="506B82"/>
                </a:solidFill>
                <a:latin typeface="Nunito Sans"/>
                <a:ea typeface="Nunito Sans"/>
                <a:cs typeface="Nunito Sans"/>
              </a:defRPr>
            </a:lvl3pPr>
            <a:lvl4pPr>
              <a:defRPr sz="1275" b="0" i="0">
                <a:solidFill>
                  <a:srgbClr val="506B82"/>
                </a:solidFill>
                <a:latin typeface="Nunito Sans"/>
                <a:ea typeface="Nunito Sans"/>
                <a:cs typeface="Nunito Sans"/>
              </a:defRPr>
            </a:lvl4pPr>
            <a:lvl5pPr>
              <a:defRPr sz="1275" b="0" i="0">
                <a:solidFill>
                  <a:srgbClr val="506B82"/>
                </a:solidFill>
                <a:latin typeface="Nunito Sans"/>
                <a:ea typeface="Nunito Sans"/>
                <a:cs typeface="Nunito Sans"/>
              </a:defRPr>
            </a:lvl5pPr>
            <a:lvl6pPr>
              <a:defRPr sz="1275" b="0" i="0">
                <a:solidFill>
                  <a:srgbClr val="506B82"/>
                </a:solidFill>
                <a:latin typeface="Nunito Sans"/>
                <a:ea typeface="Nunito Sans"/>
                <a:cs typeface="Nunito Sans"/>
              </a:defRPr>
            </a:lvl6pPr>
            <a:lvl7pPr>
              <a:defRPr sz="1275" b="0" i="0">
                <a:solidFill>
                  <a:srgbClr val="506B82"/>
                </a:solidFill>
                <a:latin typeface="Nunito Sans"/>
                <a:ea typeface="Nunito Sans"/>
                <a:cs typeface="Nunito Sans"/>
              </a:defRPr>
            </a:lvl7pPr>
            <a:lvl8pPr>
              <a:defRPr sz="1275" b="0" i="0">
                <a:solidFill>
                  <a:srgbClr val="506B82"/>
                </a:solidFill>
                <a:latin typeface="Nunito Sans"/>
                <a:ea typeface="Nunito Sans"/>
                <a:cs typeface="Nunito Sans"/>
              </a:defRPr>
            </a:lvl8pPr>
            <a:lvl9pPr>
              <a:defRPr sz="1275" b="0" i="0">
                <a:solidFill>
                  <a:srgbClr val="506B82"/>
                </a:solidFill>
                <a:latin typeface="Nunito Sans"/>
                <a:ea typeface="Nunito Sans"/>
                <a:cs typeface="Nunito Sans"/>
              </a:defRPr>
            </a:lvl9pPr>
          </a:lstStyle>
          <a:p xmlns:a="http://schemas.openxmlformats.org/drawingml/2006/main">
            <a:pPr>
              <a:defRPr sz="1275" b="0" i="0">
                <a:solidFill>
                  <a:srgbClr val="506B82"/>
                </a:solidFill>
                <a:latin typeface="Nunito Sans"/>
                <a:ea typeface="Nunito Sans"/>
                <a:cs typeface="Nunito Sans"/>
              </a:defRPr>
            </a:pPr>
            <a:r>
              <a:rPr sz="1275" b="0" i="0">
                <a:solidFill>
                  <a:srgbClr val="506B82"/>
                </a:solidFill>
                <a:latin typeface="Nunito Sans"/>
                <a:ea typeface="Nunito Sans"/>
                <a:cs typeface="Nunito Sans"/>
              </a:rPr>
              <a:t>October 2026</a:t>
            </a:r>
          </a:p>
        </p:txBody>
      </p:sp>
    </p:spTree>
    <p:extLst>
      <p:ext uri="{BB962C8B-B14F-4D97-AF65-F5344CB8AC3E}">
        <p14:creationId xmlns:p14="http://schemas.microsoft.com/office/powerpoint/2010/main" val="1117561810"/>
      </p:ext>
    </p:extLst>
  </p:cSld>
</p:sld>
</file>

<file path=ppt/slides/slide2.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B48EB3-A6B9-4C41-B868-1E1ADA20868E}"/>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02</a:t>
            </a:r>
          </a:p>
        </p:txBody>
      </p:sp>
      <p:sp>
        <p:nvSpPr>
          <p:cNvPr id="2" name="">
            <a:extLst xmlns:a="http://schemas.openxmlformats.org/drawingml/2006/main">
              <a:ext uri="{FF2B5EF4-FFF2-40B4-BE49-F238E27FC236}">
                <a16:creationId xmlns:a16="http://schemas.microsoft.com/office/drawing/2014/main" id="{C0931DC4-5A13-454C-81D8-B1C5BA16A1DA}"/>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9884C0C1-54C1-49FC-856C-0F809E6BBE88}"/>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DCC001EB-D9A4-4B8C-AE4E-63F3C0458B83}"/>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The person at the desk</a:t>
            </a:r>
          </a:p>
        </p:txBody>
      </p:sp>
      <p:sp>
        <p:nvSpPr>
          <p:cNvPr id="5" name="">
            <a:extLst xmlns:a="http://schemas.openxmlformats.org/drawingml/2006/main">
              <a:ext uri="{FF2B5EF4-FFF2-40B4-BE49-F238E27FC236}">
                <a16:creationId xmlns:a16="http://schemas.microsoft.com/office/drawing/2014/main" id="{C0E9A814-0188-4476-8CD9-5EA0509F8632}"/>
              </a:ext>
            </a:extLst>
          </p:cNvPr>
          <p:cNvSpPr>
            <a:spLocks xmlns:a="http://schemas.openxmlformats.org/drawingml/2006/main" noGrp="1"/>
          </p:cNvSpPr>
          <p:nvPr/>
        </p:nvSpPr>
        <p:spPr>
          <a:xfrm xmlns:a="http://schemas.openxmlformats.org/drawingml/2006/main">
            <a:off x="533400" y="1000125"/>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950" b="1" i="0">
                <a:solidFill>
                  <a:srgbClr val="233D54"/>
                </a:solidFill>
                <a:latin typeface="Nunito Sans"/>
                <a:ea typeface="Nunito Sans"/>
                <a:cs typeface="Nunito Sans"/>
              </a:defRPr>
            </a:defPPr>
            <a:lvl1pPr>
              <a:defRPr sz="4950" b="1" i="0">
                <a:solidFill>
                  <a:srgbClr val="233D54"/>
                </a:solidFill>
                <a:latin typeface="Nunito Sans"/>
                <a:ea typeface="Nunito Sans"/>
                <a:cs typeface="Nunito Sans"/>
              </a:defRPr>
            </a:lvl1pPr>
            <a:lvl2pPr>
              <a:defRPr sz="4950" b="1" i="0">
                <a:solidFill>
                  <a:srgbClr val="233D54"/>
                </a:solidFill>
                <a:latin typeface="Nunito Sans"/>
                <a:ea typeface="Nunito Sans"/>
                <a:cs typeface="Nunito Sans"/>
              </a:defRPr>
            </a:lvl2pPr>
            <a:lvl3pPr>
              <a:defRPr sz="4950" b="1" i="0">
                <a:solidFill>
                  <a:srgbClr val="233D54"/>
                </a:solidFill>
                <a:latin typeface="Nunito Sans"/>
                <a:ea typeface="Nunito Sans"/>
                <a:cs typeface="Nunito Sans"/>
              </a:defRPr>
            </a:lvl3pPr>
            <a:lvl4pPr>
              <a:defRPr sz="4950" b="1" i="0">
                <a:solidFill>
                  <a:srgbClr val="233D54"/>
                </a:solidFill>
                <a:latin typeface="Nunito Sans"/>
                <a:ea typeface="Nunito Sans"/>
                <a:cs typeface="Nunito Sans"/>
              </a:defRPr>
            </a:lvl4pPr>
            <a:lvl5pPr>
              <a:defRPr sz="4950" b="1" i="0">
                <a:solidFill>
                  <a:srgbClr val="233D54"/>
                </a:solidFill>
                <a:latin typeface="Nunito Sans"/>
                <a:ea typeface="Nunito Sans"/>
                <a:cs typeface="Nunito Sans"/>
              </a:defRPr>
            </a:lvl5pPr>
            <a:lvl6pPr>
              <a:defRPr sz="4950" b="1" i="0">
                <a:solidFill>
                  <a:srgbClr val="233D54"/>
                </a:solidFill>
                <a:latin typeface="Nunito Sans"/>
                <a:ea typeface="Nunito Sans"/>
                <a:cs typeface="Nunito Sans"/>
              </a:defRPr>
            </a:lvl6pPr>
            <a:lvl7pPr>
              <a:defRPr sz="4950" b="1" i="0">
                <a:solidFill>
                  <a:srgbClr val="233D54"/>
                </a:solidFill>
                <a:latin typeface="Nunito Sans"/>
                <a:ea typeface="Nunito Sans"/>
                <a:cs typeface="Nunito Sans"/>
              </a:defRPr>
            </a:lvl7pPr>
            <a:lvl8pPr>
              <a:defRPr sz="4950" b="1" i="0">
                <a:solidFill>
                  <a:srgbClr val="233D54"/>
                </a:solidFill>
                <a:latin typeface="Nunito Sans"/>
                <a:ea typeface="Nunito Sans"/>
                <a:cs typeface="Nunito Sans"/>
              </a:defRPr>
            </a:lvl8pPr>
            <a:lvl9pPr>
              <a:defRPr sz="4950" b="1" i="0">
                <a:solidFill>
                  <a:srgbClr val="233D54"/>
                </a:solidFill>
                <a:latin typeface="Nunito Sans"/>
                <a:ea typeface="Nunito Sans"/>
                <a:cs typeface="Nunito Sans"/>
              </a:defRPr>
            </a:lvl9pPr>
          </a:lstStyle>
          <a:p xmlns:a="http://schemas.openxmlformats.org/drawingml/2006/main">
            <a:pPr>
              <a:defRPr sz="4950" b="1" i="0">
                <a:solidFill>
                  <a:srgbClr val="233D54"/>
                </a:solidFill>
                <a:latin typeface="Nunito Sans"/>
                <a:ea typeface="Nunito Sans"/>
                <a:cs typeface="Nunito Sans"/>
              </a:defRPr>
            </a:pPr>
            <a:r>
              <a:rPr sz="4950" b="1" i="0">
                <a:solidFill>
                  <a:srgbClr val="233D54"/>
                </a:solidFill>
                <a:latin typeface="Nunito Sans"/>
                <a:ea typeface="Nunito Sans"/>
                <a:cs typeface="Nunito Sans"/>
              </a:rPr>
              <a:t>Every report leaves the desk</a:t>
            </a:r>
          </a:p>
          <a:p xmlns:a="http://schemas.openxmlformats.org/drawingml/2006/main">
            <a:pPr>
              <a:defRPr sz="4950" b="1" i="0">
                <a:solidFill>
                  <a:srgbClr val="233D54"/>
                </a:solidFill>
                <a:latin typeface="Nunito Sans"/>
                <a:ea typeface="Nunito Sans"/>
                <a:cs typeface="Nunito Sans"/>
              </a:defRPr>
            </a:pPr>
            <a:r>
              <a:rPr sz="4950" b="1" i="0">
                <a:solidFill>
                  <a:srgbClr val="233D54"/>
                </a:solidFill>
                <a:latin typeface="Nunito Sans"/>
                <a:ea typeface="Nunito Sans"/>
                <a:cs typeface="Nunito Sans"/>
              </a:rPr>
              <a:t>with decisions to make</a:t>
            </a:r>
          </a:p>
        </p:txBody>
      </p:sp>
      <p:sp>
        <p:nvSpPr>
          <p:cNvPr id="6" name="">
            <a:extLst xmlns:a="http://schemas.openxmlformats.org/drawingml/2006/main">
              <a:ext uri="{FF2B5EF4-FFF2-40B4-BE49-F238E27FC236}">
                <a16:creationId xmlns:a16="http://schemas.microsoft.com/office/drawing/2014/main" id="{D376526A-111D-4DC8-9239-19C00430D2E4}"/>
              </a:ext>
            </a:extLst>
          </p:cNvPr>
          <p:cNvSpPr>
            <a:spLocks xmlns:a="http://schemas.openxmlformats.org/drawingml/2006/main" noGrp="1"/>
          </p:cNvSpPr>
          <p:nvPr/>
        </p:nvSpPr>
        <p:spPr>
          <a:xfrm xmlns:a="http://schemas.openxmlformats.org/drawingml/2006/main">
            <a:off x="571500" y="3371850"/>
            <a:ext cx="685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000" b="0" i="0">
                <a:solidFill>
                  <a:srgbClr val="233D54"/>
                </a:solidFill>
                <a:latin typeface="Nunito Sans"/>
                <a:ea typeface="Nunito Sans"/>
                <a:cs typeface="Nunito Sans"/>
              </a:defRPr>
            </a:defPPr>
            <a:lvl1pPr>
              <a:defRPr sz="3000" b="0" i="0">
                <a:solidFill>
                  <a:srgbClr val="233D54"/>
                </a:solidFill>
                <a:latin typeface="Nunito Sans"/>
                <a:ea typeface="Nunito Sans"/>
                <a:cs typeface="Nunito Sans"/>
              </a:defRPr>
            </a:lvl1pPr>
            <a:lvl2pPr>
              <a:defRPr sz="3000" b="0" i="0">
                <a:solidFill>
                  <a:srgbClr val="233D54"/>
                </a:solidFill>
                <a:latin typeface="Nunito Sans"/>
                <a:ea typeface="Nunito Sans"/>
                <a:cs typeface="Nunito Sans"/>
              </a:defRPr>
            </a:lvl2pPr>
            <a:lvl3pPr>
              <a:defRPr sz="3000" b="0" i="0">
                <a:solidFill>
                  <a:srgbClr val="233D54"/>
                </a:solidFill>
                <a:latin typeface="Nunito Sans"/>
                <a:ea typeface="Nunito Sans"/>
                <a:cs typeface="Nunito Sans"/>
              </a:defRPr>
            </a:lvl3pPr>
            <a:lvl4pPr>
              <a:defRPr sz="3000" b="0" i="0">
                <a:solidFill>
                  <a:srgbClr val="233D54"/>
                </a:solidFill>
                <a:latin typeface="Nunito Sans"/>
                <a:ea typeface="Nunito Sans"/>
                <a:cs typeface="Nunito Sans"/>
              </a:defRPr>
            </a:lvl4pPr>
            <a:lvl5pPr>
              <a:defRPr sz="3000" b="0" i="0">
                <a:solidFill>
                  <a:srgbClr val="233D54"/>
                </a:solidFill>
                <a:latin typeface="Nunito Sans"/>
                <a:ea typeface="Nunito Sans"/>
                <a:cs typeface="Nunito Sans"/>
              </a:defRPr>
            </a:lvl5pPr>
            <a:lvl6pPr>
              <a:defRPr sz="3000" b="0" i="0">
                <a:solidFill>
                  <a:srgbClr val="233D54"/>
                </a:solidFill>
                <a:latin typeface="Nunito Sans"/>
                <a:ea typeface="Nunito Sans"/>
                <a:cs typeface="Nunito Sans"/>
              </a:defRPr>
            </a:lvl6pPr>
            <a:lvl7pPr>
              <a:defRPr sz="3000" b="0" i="0">
                <a:solidFill>
                  <a:srgbClr val="233D54"/>
                </a:solidFill>
                <a:latin typeface="Nunito Sans"/>
                <a:ea typeface="Nunito Sans"/>
                <a:cs typeface="Nunito Sans"/>
              </a:defRPr>
            </a:lvl7pPr>
            <a:lvl8pPr>
              <a:defRPr sz="3000" b="0" i="0">
                <a:solidFill>
                  <a:srgbClr val="233D54"/>
                </a:solidFill>
                <a:latin typeface="Nunito Sans"/>
                <a:ea typeface="Nunito Sans"/>
                <a:cs typeface="Nunito Sans"/>
              </a:defRPr>
            </a:lvl8pPr>
            <a:lvl9pPr>
              <a:defRPr sz="3000" b="0" i="0">
                <a:solidFill>
                  <a:srgbClr val="233D54"/>
                </a:solidFill>
                <a:latin typeface="Nunito Sans"/>
                <a:ea typeface="Nunito Sans"/>
                <a:cs typeface="Nunito Sans"/>
              </a:defRPr>
            </a:lvl9pPr>
          </a:lstStyle>
          <a:p xmlns:a="http://schemas.openxmlformats.org/drawingml/2006/main">
            <a:pPr>
              <a:defRPr sz="3000" b="0" i="0">
                <a:solidFill>
                  <a:srgbClr val="233D54"/>
                </a:solidFill>
                <a:latin typeface="Nunito Sans"/>
                <a:ea typeface="Nunito Sans"/>
                <a:cs typeface="Nunito Sans"/>
              </a:defRPr>
            </a:pPr>
            <a:r>
              <a:rPr sz="3000" b="0" i="0">
                <a:solidFill>
                  <a:srgbClr val="233D54"/>
                </a:solidFill>
                <a:latin typeface="Nunito Sans"/>
                <a:ea typeface="Nunito Sans"/>
                <a:cs typeface="Nunito Sans"/>
              </a:rPr>
              <a:t>“There’s smoke near City Hall.</a:t>
            </a:r>
          </a:p>
          <a:p xmlns:a="http://schemas.openxmlformats.org/drawingml/2006/main">
            <a:pPr>
              <a:defRPr sz="3000" b="0" i="0">
                <a:solidFill>
                  <a:srgbClr val="233D54"/>
                </a:solidFill>
                <a:latin typeface="Nunito Sans"/>
                <a:ea typeface="Nunito Sans"/>
                <a:cs typeface="Nunito Sans"/>
              </a:defRPr>
            </a:pPr>
            <a:r>
              <a:rPr sz="3000" b="0" i="0">
                <a:solidFill>
                  <a:srgbClr val="233D54"/>
                </a:solidFill>
                <a:latin typeface="Nunito Sans"/>
                <a:ea typeface="Nunito Sans"/>
                <a:cs typeface="Nunito Sans"/>
              </a:rPr>
              <a:t>Two people are outside.</a:t>
            </a:r>
          </a:p>
          <a:p xmlns:a="http://schemas.openxmlformats.org/drawingml/2006/main">
            <a:pPr>
              <a:defRPr sz="3000" b="0" i="0">
                <a:solidFill>
                  <a:srgbClr val="233D54"/>
                </a:solidFill>
                <a:latin typeface="Nunito Sans"/>
                <a:ea typeface="Nunito Sans"/>
                <a:cs typeface="Nunito Sans"/>
              </a:defRPr>
            </a:pPr>
            <a:r>
              <a:rPr sz="3000" b="0" i="0">
                <a:solidFill>
                  <a:srgbClr val="233D54"/>
                </a:solidFill>
                <a:latin typeface="Nunito Sans"/>
                <a:ea typeface="Nunito Sans"/>
                <a:cs typeface="Nunito Sans"/>
              </a:rPr>
              <a:t>I don’t know if anyone</a:t>
            </a:r>
          </a:p>
          <a:p xmlns:a="http://schemas.openxmlformats.org/drawingml/2006/main">
            <a:pPr>
              <a:defRPr sz="3000" b="0" i="0">
                <a:solidFill>
                  <a:srgbClr val="233D54"/>
                </a:solidFill>
                <a:latin typeface="Nunito Sans"/>
                <a:ea typeface="Nunito Sans"/>
                <a:cs typeface="Nunito Sans"/>
              </a:defRPr>
            </a:pPr>
            <a:r>
              <a:rPr sz="3000" b="0" i="0">
                <a:solidFill>
                  <a:srgbClr val="233D54"/>
                </a:solidFill>
                <a:latin typeface="Nunito Sans"/>
                <a:ea typeface="Nunito Sans"/>
                <a:cs typeface="Nunito Sans"/>
              </a:rPr>
              <a:t>is still inside.”</a:t>
            </a:r>
          </a:p>
        </p:txBody>
      </p:sp>
      <p:sp>
        <p:nvSpPr>
          <p:cNvPr id="7" name="">
            <a:extLst xmlns:a="http://schemas.openxmlformats.org/drawingml/2006/main">
              <a:ext uri="{FF2B5EF4-FFF2-40B4-BE49-F238E27FC236}">
                <a16:creationId xmlns:a16="http://schemas.microsoft.com/office/drawing/2014/main" id="{F8973288-B140-46E8-8A0F-822292319ED5}"/>
              </a:ext>
            </a:extLst>
          </p:cNvPr>
          <p:cNvSpPr>
            <a:spLocks xmlns:a="http://schemas.openxmlformats.org/drawingml/2006/main" noGrp="1"/>
          </p:cNvSpPr>
          <p:nvPr/>
        </p:nvSpPr>
        <p:spPr>
          <a:xfrm xmlns:a="http://schemas.openxmlformats.org/drawingml/2006/main">
            <a:off x="8258175" y="338137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i="0">
                <a:solidFill>
                  <a:srgbClr val="233D54"/>
                </a:solidFill>
                <a:latin typeface="Nunito Sans"/>
                <a:ea typeface="Nunito Sans"/>
                <a:cs typeface="Nunito Sans"/>
              </a:defRPr>
            </a:defPPr>
            <a:lvl1pPr>
              <a:defRPr sz="2325" b="0" i="0">
                <a:solidFill>
                  <a:srgbClr val="233D54"/>
                </a:solidFill>
                <a:latin typeface="Nunito Sans"/>
                <a:ea typeface="Nunito Sans"/>
                <a:cs typeface="Nunito Sans"/>
              </a:defRPr>
            </a:lvl1pPr>
            <a:lvl2pPr>
              <a:defRPr sz="2325" b="0" i="0">
                <a:solidFill>
                  <a:srgbClr val="233D54"/>
                </a:solidFill>
                <a:latin typeface="Nunito Sans"/>
                <a:ea typeface="Nunito Sans"/>
                <a:cs typeface="Nunito Sans"/>
              </a:defRPr>
            </a:lvl2pPr>
            <a:lvl3pPr>
              <a:defRPr sz="2325" b="0" i="0">
                <a:solidFill>
                  <a:srgbClr val="233D54"/>
                </a:solidFill>
                <a:latin typeface="Nunito Sans"/>
                <a:ea typeface="Nunito Sans"/>
                <a:cs typeface="Nunito Sans"/>
              </a:defRPr>
            </a:lvl3pPr>
            <a:lvl4pPr>
              <a:defRPr sz="2325" b="0" i="0">
                <a:solidFill>
                  <a:srgbClr val="233D54"/>
                </a:solidFill>
                <a:latin typeface="Nunito Sans"/>
                <a:ea typeface="Nunito Sans"/>
                <a:cs typeface="Nunito Sans"/>
              </a:defRPr>
            </a:lvl4pPr>
            <a:lvl5pPr>
              <a:defRPr sz="2325" b="0" i="0">
                <a:solidFill>
                  <a:srgbClr val="233D54"/>
                </a:solidFill>
                <a:latin typeface="Nunito Sans"/>
                <a:ea typeface="Nunito Sans"/>
                <a:cs typeface="Nunito Sans"/>
              </a:defRPr>
            </a:lvl5pPr>
            <a:lvl6pPr>
              <a:defRPr sz="2325" b="0" i="0">
                <a:solidFill>
                  <a:srgbClr val="233D54"/>
                </a:solidFill>
                <a:latin typeface="Nunito Sans"/>
                <a:ea typeface="Nunito Sans"/>
                <a:cs typeface="Nunito Sans"/>
              </a:defRPr>
            </a:lvl6pPr>
            <a:lvl7pPr>
              <a:defRPr sz="2325" b="0" i="0">
                <a:solidFill>
                  <a:srgbClr val="233D54"/>
                </a:solidFill>
                <a:latin typeface="Nunito Sans"/>
                <a:ea typeface="Nunito Sans"/>
                <a:cs typeface="Nunito Sans"/>
              </a:defRPr>
            </a:lvl7pPr>
            <a:lvl8pPr>
              <a:defRPr sz="2325" b="0" i="0">
                <a:solidFill>
                  <a:srgbClr val="233D54"/>
                </a:solidFill>
                <a:latin typeface="Nunito Sans"/>
                <a:ea typeface="Nunito Sans"/>
                <a:cs typeface="Nunito Sans"/>
              </a:defRPr>
            </a:lvl8pPr>
            <a:lvl9pPr>
              <a:defRPr sz="2325" b="0" i="0">
                <a:solidFill>
                  <a:srgbClr val="233D54"/>
                </a:solidFill>
                <a:latin typeface="Nunito Sans"/>
                <a:ea typeface="Nunito Sans"/>
                <a:cs typeface="Nunito Sans"/>
              </a:defRPr>
            </a:lvl9pPr>
          </a:lstStyle>
          <a:p xmlns:a="http://schemas.openxmlformats.org/drawingml/2006/main">
            <a:pPr>
              <a:defRPr sz="2325" b="0" i="0">
                <a:solidFill>
                  <a:srgbClr val="233D54"/>
                </a:solidFill>
                <a:latin typeface="Nunito Sans"/>
                <a:ea typeface="Nunito Sans"/>
                <a:cs typeface="Nunito Sans"/>
              </a:defRPr>
            </a:pPr>
            <a:r>
              <a:rPr sz="2325" b="0" i="0">
                <a:solidFill>
                  <a:srgbClr val="233D54"/>
                </a:solidFill>
                <a:latin typeface="Nunito Sans"/>
                <a:ea typeface="Nunito Sans"/>
                <a:cs typeface="Nunito Sans"/>
              </a:rPr>
              <a:t>Where is the event?</a:t>
            </a:r>
          </a:p>
        </p:txBody>
      </p:sp>
      <p:sp>
        <p:nvSpPr>
          <p:cNvPr id="8" name="">
            <a:extLst xmlns:a="http://schemas.openxmlformats.org/drawingml/2006/main">
              <a:ext uri="{FF2B5EF4-FFF2-40B4-BE49-F238E27FC236}">
                <a16:creationId xmlns:a16="http://schemas.microsoft.com/office/drawing/2014/main" id="{20FABF0D-2132-48F7-AFC6-AF350CD16441}"/>
              </a:ext>
            </a:extLst>
          </p:cNvPr>
          <p:cNvSpPr>
            <a:spLocks xmlns:a="http://schemas.openxmlformats.org/drawingml/2006/main" noGrp="1"/>
          </p:cNvSpPr>
          <p:nvPr/>
        </p:nvSpPr>
        <p:spPr>
          <a:xfrm xmlns:a="http://schemas.openxmlformats.org/drawingml/2006/main">
            <a:off x="8267700" y="4095750"/>
            <a:ext cx="333375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84C6268-5AA4-4C06-8AA2-3F2BEF91146B}"/>
              </a:ext>
            </a:extLst>
          </p:cNvPr>
          <p:cNvSpPr>
            <a:spLocks xmlns:a="http://schemas.openxmlformats.org/drawingml/2006/main" noGrp="1"/>
          </p:cNvSpPr>
          <p:nvPr/>
        </p:nvSpPr>
        <p:spPr>
          <a:xfrm xmlns:a="http://schemas.openxmlformats.org/drawingml/2006/main">
            <a:off x="8258175" y="43243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i="0">
                <a:solidFill>
                  <a:srgbClr val="233D54"/>
                </a:solidFill>
                <a:latin typeface="Nunito Sans"/>
                <a:ea typeface="Nunito Sans"/>
                <a:cs typeface="Nunito Sans"/>
              </a:defRPr>
            </a:defPPr>
            <a:lvl1pPr>
              <a:defRPr sz="2325" b="0" i="0">
                <a:solidFill>
                  <a:srgbClr val="233D54"/>
                </a:solidFill>
                <a:latin typeface="Nunito Sans"/>
                <a:ea typeface="Nunito Sans"/>
                <a:cs typeface="Nunito Sans"/>
              </a:defRPr>
            </a:lvl1pPr>
            <a:lvl2pPr>
              <a:defRPr sz="2325" b="0" i="0">
                <a:solidFill>
                  <a:srgbClr val="233D54"/>
                </a:solidFill>
                <a:latin typeface="Nunito Sans"/>
                <a:ea typeface="Nunito Sans"/>
                <a:cs typeface="Nunito Sans"/>
              </a:defRPr>
            </a:lvl2pPr>
            <a:lvl3pPr>
              <a:defRPr sz="2325" b="0" i="0">
                <a:solidFill>
                  <a:srgbClr val="233D54"/>
                </a:solidFill>
                <a:latin typeface="Nunito Sans"/>
                <a:ea typeface="Nunito Sans"/>
                <a:cs typeface="Nunito Sans"/>
              </a:defRPr>
            </a:lvl3pPr>
            <a:lvl4pPr>
              <a:defRPr sz="2325" b="0" i="0">
                <a:solidFill>
                  <a:srgbClr val="233D54"/>
                </a:solidFill>
                <a:latin typeface="Nunito Sans"/>
                <a:ea typeface="Nunito Sans"/>
                <a:cs typeface="Nunito Sans"/>
              </a:defRPr>
            </a:lvl4pPr>
            <a:lvl5pPr>
              <a:defRPr sz="2325" b="0" i="0">
                <a:solidFill>
                  <a:srgbClr val="233D54"/>
                </a:solidFill>
                <a:latin typeface="Nunito Sans"/>
                <a:ea typeface="Nunito Sans"/>
                <a:cs typeface="Nunito Sans"/>
              </a:defRPr>
            </a:lvl5pPr>
            <a:lvl6pPr>
              <a:defRPr sz="2325" b="0" i="0">
                <a:solidFill>
                  <a:srgbClr val="233D54"/>
                </a:solidFill>
                <a:latin typeface="Nunito Sans"/>
                <a:ea typeface="Nunito Sans"/>
                <a:cs typeface="Nunito Sans"/>
              </a:defRPr>
            </a:lvl6pPr>
            <a:lvl7pPr>
              <a:defRPr sz="2325" b="0" i="0">
                <a:solidFill>
                  <a:srgbClr val="233D54"/>
                </a:solidFill>
                <a:latin typeface="Nunito Sans"/>
                <a:ea typeface="Nunito Sans"/>
                <a:cs typeface="Nunito Sans"/>
              </a:defRPr>
            </a:lvl7pPr>
            <a:lvl8pPr>
              <a:defRPr sz="2325" b="0" i="0">
                <a:solidFill>
                  <a:srgbClr val="233D54"/>
                </a:solidFill>
                <a:latin typeface="Nunito Sans"/>
                <a:ea typeface="Nunito Sans"/>
                <a:cs typeface="Nunito Sans"/>
              </a:defRPr>
            </a:lvl8pPr>
            <a:lvl9pPr>
              <a:defRPr sz="2325" b="0" i="0">
                <a:solidFill>
                  <a:srgbClr val="233D54"/>
                </a:solidFill>
                <a:latin typeface="Nunito Sans"/>
                <a:ea typeface="Nunito Sans"/>
                <a:cs typeface="Nunito Sans"/>
              </a:defRPr>
            </a:lvl9pPr>
          </a:lstStyle>
          <a:p xmlns:a="http://schemas.openxmlformats.org/drawingml/2006/main">
            <a:pPr>
              <a:defRPr sz="2325" b="0" i="0">
                <a:solidFill>
                  <a:srgbClr val="233D54"/>
                </a:solidFill>
                <a:latin typeface="Nunito Sans"/>
                <a:ea typeface="Nunito Sans"/>
                <a:cs typeface="Nunito Sans"/>
              </a:defRPr>
            </a:pPr>
            <a:r>
              <a:rPr sz="2325" b="0" i="0">
                <a:solidFill>
                  <a:srgbClr val="233D54"/>
                </a:solidFill>
                <a:latin typeface="Nunito Sans"/>
                <a:ea typeface="Nunito Sans"/>
                <a:cs typeface="Nunito Sans"/>
              </a:rPr>
              <a:t>Who can respond?</a:t>
            </a:r>
          </a:p>
        </p:txBody>
      </p:sp>
      <p:sp>
        <p:nvSpPr>
          <p:cNvPr id="10" name="">
            <a:extLst xmlns:a="http://schemas.openxmlformats.org/drawingml/2006/main">
              <a:ext uri="{FF2B5EF4-FFF2-40B4-BE49-F238E27FC236}">
                <a16:creationId xmlns:a16="http://schemas.microsoft.com/office/drawing/2014/main" id="{59A4400D-D93F-44BA-A18D-D200C38CB318}"/>
              </a:ext>
            </a:extLst>
          </p:cNvPr>
          <p:cNvSpPr>
            <a:spLocks xmlns:a="http://schemas.openxmlformats.org/drawingml/2006/main" noGrp="1"/>
          </p:cNvSpPr>
          <p:nvPr/>
        </p:nvSpPr>
        <p:spPr>
          <a:xfrm xmlns:a="http://schemas.openxmlformats.org/drawingml/2006/main">
            <a:off x="8267700" y="5029200"/>
            <a:ext cx="333375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A51EFA-6332-4531-9121-1510349BF33E}"/>
              </a:ext>
            </a:extLst>
          </p:cNvPr>
          <p:cNvSpPr>
            <a:spLocks xmlns:a="http://schemas.openxmlformats.org/drawingml/2006/main" noGrp="1"/>
          </p:cNvSpPr>
          <p:nvPr/>
        </p:nvSpPr>
        <p:spPr>
          <a:xfrm xmlns:a="http://schemas.openxmlformats.org/drawingml/2006/main">
            <a:off x="8258175" y="526732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i="0">
                <a:solidFill>
                  <a:srgbClr val="233D54"/>
                </a:solidFill>
                <a:latin typeface="Nunito Sans"/>
                <a:ea typeface="Nunito Sans"/>
                <a:cs typeface="Nunito Sans"/>
              </a:defRPr>
            </a:defPPr>
            <a:lvl1pPr>
              <a:defRPr sz="2325" b="0" i="0">
                <a:solidFill>
                  <a:srgbClr val="233D54"/>
                </a:solidFill>
                <a:latin typeface="Nunito Sans"/>
                <a:ea typeface="Nunito Sans"/>
                <a:cs typeface="Nunito Sans"/>
              </a:defRPr>
            </a:lvl1pPr>
            <a:lvl2pPr>
              <a:defRPr sz="2325" b="0" i="0">
                <a:solidFill>
                  <a:srgbClr val="233D54"/>
                </a:solidFill>
                <a:latin typeface="Nunito Sans"/>
                <a:ea typeface="Nunito Sans"/>
                <a:cs typeface="Nunito Sans"/>
              </a:defRPr>
            </a:lvl2pPr>
            <a:lvl3pPr>
              <a:defRPr sz="2325" b="0" i="0">
                <a:solidFill>
                  <a:srgbClr val="233D54"/>
                </a:solidFill>
                <a:latin typeface="Nunito Sans"/>
                <a:ea typeface="Nunito Sans"/>
                <a:cs typeface="Nunito Sans"/>
              </a:defRPr>
            </a:lvl3pPr>
            <a:lvl4pPr>
              <a:defRPr sz="2325" b="0" i="0">
                <a:solidFill>
                  <a:srgbClr val="233D54"/>
                </a:solidFill>
                <a:latin typeface="Nunito Sans"/>
                <a:ea typeface="Nunito Sans"/>
                <a:cs typeface="Nunito Sans"/>
              </a:defRPr>
            </a:lvl4pPr>
            <a:lvl5pPr>
              <a:defRPr sz="2325" b="0" i="0">
                <a:solidFill>
                  <a:srgbClr val="233D54"/>
                </a:solidFill>
                <a:latin typeface="Nunito Sans"/>
                <a:ea typeface="Nunito Sans"/>
                <a:cs typeface="Nunito Sans"/>
              </a:defRPr>
            </a:lvl5pPr>
            <a:lvl6pPr>
              <a:defRPr sz="2325" b="0" i="0">
                <a:solidFill>
                  <a:srgbClr val="233D54"/>
                </a:solidFill>
                <a:latin typeface="Nunito Sans"/>
                <a:ea typeface="Nunito Sans"/>
                <a:cs typeface="Nunito Sans"/>
              </a:defRPr>
            </a:lvl6pPr>
            <a:lvl7pPr>
              <a:defRPr sz="2325" b="0" i="0">
                <a:solidFill>
                  <a:srgbClr val="233D54"/>
                </a:solidFill>
                <a:latin typeface="Nunito Sans"/>
                <a:ea typeface="Nunito Sans"/>
                <a:cs typeface="Nunito Sans"/>
              </a:defRPr>
            </a:lvl7pPr>
            <a:lvl8pPr>
              <a:defRPr sz="2325" b="0" i="0">
                <a:solidFill>
                  <a:srgbClr val="233D54"/>
                </a:solidFill>
                <a:latin typeface="Nunito Sans"/>
                <a:ea typeface="Nunito Sans"/>
                <a:cs typeface="Nunito Sans"/>
              </a:defRPr>
            </a:lvl8pPr>
            <a:lvl9pPr>
              <a:defRPr sz="2325" b="0" i="0">
                <a:solidFill>
                  <a:srgbClr val="233D54"/>
                </a:solidFill>
                <a:latin typeface="Nunito Sans"/>
                <a:ea typeface="Nunito Sans"/>
                <a:cs typeface="Nunito Sans"/>
              </a:defRPr>
            </a:lvl9pPr>
          </a:lstStyle>
          <a:p xmlns:a="http://schemas.openxmlformats.org/drawingml/2006/main">
            <a:pPr>
              <a:defRPr sz="2325" b="0" i="0">
                <a:solidFill>
                  <a:srgbClr val="233D54"/>
                </a:solidFill>
                <a:latin typeface="Nunito Sans"/>
                <a:ea typeface="Nunito Sans"/>
                <a:cs typeface="Nunito Sans"/>
              </a:defRPr>
            </a:pPr>
            <a:r>
              <a:rPr sz="2325" b="0" i="0">
                <a:solidFill>
                  <a:srgbClr val="233D54"/>
                </a:solidFill>
                <a:latin typeface="Nunito Sans"/>
                <a:ea typeface="Nunito Sans"/>
                <a:cs typeface="Nunito Sans"/>
              </a:rPr>
              <a:t>Which path is open?</a:t>
            </a:r>
          </a:p>
        </p:txBody>
      </p:sp>
    </p:spTree>
    <p:extLst>
      <p:ext uri="{BB962C8B-B14F-4D97-AF65-F5344CB8AC3E}">
        <p14:creationId xmlns:p14="http://schemas.microsoft.com/office/powerpoint/2010/main" val="20288784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E0A435-BCCD-4B90-A8A2-5B9CD569A730}"/>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03</a:t>
            </a:r>
          </a:p>
        </p:txBody>
      </p:sp>
      <p:sp>
        <p:nvSpPr>
          <p:cNvPr id="2" name="">
            <a:extLst xmlns:a="http://schemas.openxmlformats.org/drawingml/2006/main">
              <a:ext uri="{FF2B5EF4-FFF2-40B4-BE49-F238E27FC236}">
                <a16:creationId xmlns:a16="http://schemas.microsoft.com/office/drawing/2014/main" id="{444F252E-1DB4-4E85-B0FD-6A38B9D55D91}"/>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FE8E6C93-A2D0-48EB-A9DA-E82447491CE1}"/>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AFDA9A21-CEFC-4B35-99D9-176C88B9EF2B}"/>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Voice intake and source evidence</a:t>
            </a:r>
          </a:p>
        </p:txBody>
      </p:sp>
      <p:sp>
        <p:nvSpPr>
          <p:cNvPr id="5" name="">
            <a:extLst xmlns:a="http://schemas.openxmlformats.org/drawingml/2006/main">
              <a:ext uri="{FF2B5EF4-FFF2-40B4-BE49-F238E27FC236}">
                <a16:creationId xmlns:a16="http://schemas.microsoft.com/office/drawing/2014/main" id="{618AE6F1-8FF2-447B-93B2-1E3F6F7F2B91}"/>
              </a:ext>
            </a:extLst>
          </p:cNvPr>
          <p:cNvSpPr>
            <a:spLocks xmlns:a="http://schemas.openxmlformats.org/drawingml/2006/main" noGrp="1"/>
          </p:cNvSpPr>
          <p:nvPr/>
        </p:nvSpPr>
        <p:spPr>
          <a:xfrm xmlns:a="http://schemas.openxmlformats.org/drawingml/2006/main">
            <a:off x="533400" y="88582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125" b="1" i="0">
                <a:solidFill>
                  <a:srgbClr val="233D54"/>
                </a:solidFill>
                <a:latin typeface="Nunito Sans"/>
                <a:ea typeface="Nunito Sans"/>
                <a:cs typeface="Nunito Sans"/>
              </a:defRPr>
            </a:defPPr>
            <a:lvl1pPr>
              <a:defRPr sz="4125" b="1" i="0">
                <a:solidFill>
                  <a:srgbClr val="233D54"/>
                </a:solidFill>
                <a:latin typeface="Nunito Sans"/>
                <a:ea typeface="Nunito Sans"/>
                <a:cs typeface="Nunito Sans"/>
              </a:defRPr>
            </a:lvl1pPr>
            <a:lvl2pPr>
              <a:defRPr sz="4125" b="1" i="0">
                <a:solidFill>
                  <a:srgbClr val="233D54"/>
                </a:solidFill>
                <a:latin typeface="Nunito Sans"/>
                <a:ea typeface="Nunito Sans"/>
                <a:cs typeface="Nunito Sans"/>
              </a:defRPr>
            </a:lvl2pPr>
            <a:lvl3pPr>
              <a:defRPr sz="4125" b="1" i="0">
                <a:solidFill>
                  <a:srgbClr val="233D54"/>
                </a:solidFill>
                <a:latin typeface="Nunito Sans"/>
                <a:ea typeface="Nunito Sans"/>
                <a:cs typeface="Nunito Sans"/>
              </a:defRPr>
            </a:lvl3pPr>
            <a:lvl4pPr>
              <a:defRPr sz="4125" b="1" i="0">
                <a:solidFill>
                  <a:srgbClr val="233D54"/>
                </a:solidFill>
                <a:latin typeface="Nunito Sans"/>
                <a:ea typeface="Nunito Sans"/>
                <a:cs typeface="Nunito Sans"/>
              </a:defRPr>
            </a:lvl4pPr>
            <a:lvl5pPr>
              <a:defRPr sz="4125" b="1" i="0">
                <a:solidFill>
                  <a:srgbClr val="233D54"/>
                </a:solidFill>
                <a:latin typeface="Nunito Sans"/>
                <a:ea typeface="Nunito Sans"/>
                <a:cs typeface="Nunito Sans"/>
              </a:defRPr>
            </a:lvl5pPr>
            <a:lvl6pPr>
              <a:defRPr sz="4125" b="1" i="0">
                <a:solidFill>
                  <a:srgbClr val="233D54"/>
                </a:solidFill>
                <a:latin typeface="Nunito Sans"/>
                <a:ea typeface="Nunito Sans"/>
                <a:cs typeface="Nunito Sans"/>
              </a:defRPr>
            </a:lvl6pPr>
            <a:lvl7pPr>
              <a:defRPr sz="4125" b="1" i="0">
                <a:solidFill>
                  <a:srgbClr val="233D54"/>
                </a:solidFill>
                <a:latin typeface="Nunito Sans"/>
                <a:ea typeface="Nunito Sans"/>
                <a:cs typeface="Nunito Sans"/>
              </a:defRPr>
            </a:lvl7pPr>
            <a:lvl8pPr>
              <a:defRPr sz="4125" b="1" i="0">
                <a:solidFill>
                  <a:srgbClr val="233D54"/>
                </a:solidFill>
                <a:latin typeface="Nunito Sans"/>
                <a:ea typeface="Nunito Sans"/>
                <a:cs typeface="Nunito Sans"/>
              </a:defRPr>
            </a:lvl8pPr>
            <a:lvl9pPr>
              <a:defRPr sz="4125" b="1" i="0">
                <a:solidFill>
                  <a:srgbClr val="233D54"/>
                </a:solidFill>
                <a:latin typeface="Nunito Sans"/>
                <a:ea typeface="Nunito Sans"/>
                <a:cs typeface="Nunito Sans"/>
              </a:defRPr>
            </a:lvl9pPr>
          </a:lstStyle>
          <a:p xmlns:a="http://schemas.openxmlformats.org/drawingml/2006/main">
            <a:pPr>
              <a:defRPr sz="4125" b="1" i="0">
                <a:solidFill>
                  <a:srgbClr val="233D54"/>
                </a:solidFill>
                <a:latin typeface="Nunito Sans"/>
                <a:ea typeface="Nunito Sans"/>
                <a:cs typeface="Nunito Sans"/>
              </a:defRPr>
            </a:pPr>
            <a:r>
              <a:rPr sz="4125" b="1" i="0">
                <a:solidFill>
                  <a:srgbClr val="233D54"/>
                </a:solidFill>
                <a:latin typeface="Nunito Sans"/>
                <a:ea typeface="Nunito Sans"/>
                <a:cs typeface="Nunito Sans"/>
              </a:rPr>
              <a:t>The report keeps its source</a:t>
            </a:r>
          </a:p>
        </p:txBody>
      </p:sp>
      <p:sp>
        <p:nvSpPr>
          <p:cNvPr id="6" name="">
            <a:extLst xmlns:a="http://schemas.openxmlformats.org/drawingml/2006/main">
              <a:ext uri="{FF2B5EF4-FFF2-40B4-BE49-F238E27FC236}">
                <a16:creationId xmlns:a16="http://schemas.microsoft.com/office/drawing/2014/main" id="{7A7FB7FE-52C7-4CB3-BFD7-2AE717BC8AE5}"/>
              </a:ext>
            </a:extLst>
          </p:cNvPr>
          <p:cNvSpPr>
            <a:spLocks xmlns:a="http://schemas.openxmlformats.org/drawingml/2006/main" noGrp="1"/>
          </p:cNvSpPr>
          <p:nvPr/>
        </p:nvSpPr>
        <p:spPr>
          <a:xfrm xmlns:a="http://schemas.openxmlformats.org/drawingml/2006/main">
            <a:off x="1029834" y="2266950"/>
            <a:ext cx="2188482" cy="4095750"/>
          </a:xfrm>
          <a:prstGeom xmlns:a="http://schemas.openxmlformats.org/drawingml/2006/main" prst="roundRect">
            <a:avLst>
              <a:gd name="adj" fmla="val 9575"/>
            </a:avLst>
          </a:prstGeom>
          <a:solidFill xmlns:a="http://schemas.openxmlformats.org/drawingml/2006/main">
            <a:srgbClr val="FFFFFF"/>
          </a:solidFill>
          <a:ln xmlns:a="http://schemas.openxmlformats.org/drawingml/2006/main" w="9525">
            <a:solidFill>
              <a:srgbClr val="BED3E7"/>
            </a:solidFill>
          </a:ln>
        </p:spPr>
      </p:sp>
      <p:pic>
        <p:nvPicPr>
          <p:cNvPr id="7" name="">
            <a:extLst xmlns:a="http://schemas.openxmlformats.org/drawingml/2006/main">
              <a:ext uri="{FF2B5EF4-FFF2-40B4-BE49-F238E27FC236}">
                <a16:creationId xmlns:a16="http://schemas.microsoft.com/office/drawing/2014/main" id="{3F2EAE4C-C2C1-4C8F-90E5-88C3F90F699A}"/>
              </a:ext>
            </a:extLst>
          </p:cNvPr>
          <p:cNvPicPr>
            <a:picLocks xmlns:a="http://schemas.openxmlformats.org/drawingml/2006/main" noChangeAspect="1"/>
          </p:cNvPicPr>
          <p:nvPr/>
        </p:nvPicPr>
        <p:blipFill>
          <a:blip xmlns:r="http://schemas.openxmlformats.org/officeDocument/2006/relationships" xmlns:a="http://schemas.openxmlformats.org/drawingml/2006/main" r:embed="R197b0f184f164d21"/>
          <a:stretch xmlns:a="http://schemas.openxmlformats.org/drawingml/2006/main"/>
        </p:blipFill>
        <p:spPr>
          <a:xfrm xmlns:a="http://schemas.openxmlformats.org/drawingml/2006/main">
            <a:off x="1144134" y="2381250"/>
            <a:ext cx="1959882" cy="3867150"/>
          </a:xfrm>
          <a:prstGeom xmlns:a="http://schemas.openxmlformats.org/drawingml/2006/main" prst="roundRect">
            <a:avLst>
              <a:gd name="adj" fmla="val 5832"/>
            </a:avLst>
          </a:prstGeom>
        </p:spPr>
      </p:pic>
      <p:sp>
        <p:nvSpPr>
          <p:cNvPr id="8" name="">
            <a:extLst xmlns:a="http://schemas.openxmlformats.org/drawingml/2006/main">
              <a:ext uri="{FF2B5EF4-FFF2-40B4-BE49-F238E27FC236}">
                <a16:creationId xmlns:a16="http://schemas.microsoft.com/office/drawing/2014/main" id="{B349E22A-FA77-4B8E-B7F6-C8D311035DEA}"/>
              </a:ext>
            </a:extLst>
          </p:cNvPr>
          <p:cNvSpPr>
            <a:spLocks xmlns:a="http://schemas.openxmlformats.org/drawingml/2006/main" noGrp="1"/>
          </p:cNvSpPr>
          <p:nvPr/>
        </p:nvSpPr>
        <p:spPr>
          <a:xfrm xmlns:a="http://schemas.openxmlformats.org/drawingml/2006/main">
            <a:off x="4095750" y="251460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i="0">
                <a:solidFill>
                  <a:srgbClr val="2868AA"/>
                </a:solidFill>
                <a:latin typeface="Nunito Sans"/>
                <a:ea typeface="Nunito Sans"/>
                <a:cs typeface="Nunito Sans"/>
              </a:defRPr>
            </a:defPPr>
            <a:lvl1pPr>
              <a:defRPr sz="2250" b="1" i="0">
                <a:solidFill>
                  <a:srgbClr val="2868AA"/>
                </a:solidFill>
                <a:latin typeface="Nunito Sans"/>
                <a:ea typeface="Nunito Sans"/>
                <a:cs typeface="Nunito Sans"/>
              </a:defRPr>
            </a:lvl1pPr>
            <a:lvl2pPr>
              <a:defRPr sz="2250" b="1" i="0">
                <a:solidFill>
                  <a:srgbClr val="2868AA"/>
                </a:solidFill>
                <a:latin typeface="Nunito Sans"/>
                <a:ea typeface="Nunito Sans"/>
                <a:cs typeface="Nunito Sans"/>
              </a:defRPr>
            </a:lvl2pPr>
            <a:lvl3pPr>
              <a:defRPr sz="2250" b="1" i="0">
                <a:solidFill>
                  <a:srgbClr val="2868AA"/>
                </a:solidFill>
                <a:latin typeface="Nunito Sans"/>
                <a:ea typeface="Nunito Sans"/>
                <a:cs typeface="Nunito Sans"/>
              </a:defRPr>
            </a:lvl3pPr>
            <a:lvl4pPr>
              <a:defRPr sz="2250" b="1" i="0">
                <a:solidFill>
                  <a:srgbClr val="2868AA"/>
                </a:solidFill>
                <a:latin typeface="Nunito Sans"/>
                <a:ea typeface="Nunito Sans"/>
                <a:cs typeface="Nunito Sans"/>
              </a:defRPr>
            </a:lvl4pPr>
            <a:lvl5pPr>
              <a:defRPr sz="2250" b="1" i="0">
                <a:solidFill>
                  <a:srgbClr val="2868AA"/>
                </a:solidFill>
                <a:latin typeface="Nunito Sans"/>
                <a:ea typeface="Nunito Sans"/>
                <a:cs typeface="Nunito Sans"/>
              </a:defRPr>
            </a:lvl5pPr>
            <a:lvl6pPr>
              <a:defRPr sz="2250" b="1" i="0">
                <a:solidFill>
                  <a:srgbClr val="2868AA"/>
                </a:solidFill>
                <a:latin typeface="Nunito Sans"/>
                <a:ea typeface="Nunito Sans"/>
                <a:cs typeface="Nunito Sans"/>
              </a:defRPr>
            </a:lvl6pPr>
            <a:lvl7pPr>
              <a:defRPr sz="2250" b="1" i="0">
                <a:solidFill>
                  <a:srgbClr val="2868AA"/>
                </a:solidFill>
                <a:latin typeface="Nunito Sans"/>
                <a:ea typeface="Nunito Sans"/>
                <a:cs typeface="Nunito Sans"/>
              </a:defRPr>
            </a:lvl7pPr>
            <a:lvl8pPr>
              <a:defRPr sz="2250" b="1" i="0">
                <a:solidFill>
                  <a:srgbClr val="2868AA"/>
                </a:solidFill>
                <a:latin typeface="Nunito Sans"/>
                <a:ea typeface="Nunito Sans"/>
                <a:cs typeface="Nunito Sans"/>
              </a:defRPr>
            </a:lvl8pPr>
            <a:lvl9pPr>
              <a:defRPr sz="2250" b="1" i="0">
                <a:solidFill>
                  <a:srgbClr val="2868AA"/>
                </a:solidFill>
                <a:latin typeface="Nunito Sans"/>
                <a:ea typeface="Nunito Sans"/>
                <a:cs typeface="Nunito Sans"/>
              </a:defRPr>
            </a:lvl9pPr>
          </a:lstStyle>
          <a:p xmlns:a="http://schemas.openxmlformats.org/drawingml/2006/main">
            <a:pPr>
              <a:defRPr sz="2250" b="1" i="0">
                <a:solidFill>
                  <a:srgbClr val="2868AA"/>
                </a:solidFill>
                <a:latin typeface="Nunito Sans"/>
                <a:ea typeface="Nunito Sans"/>
                <a:cs typeface="Nunito Sans"/>
              </a:defRPr>
            </a:pPr>
            <a:r>
              <a:rPr sz="2250" b="1" i="0">
                <a:solidFill>
                  <a:srgbClr val="2868AA"/>
                </a:solidFill>
                <a:latin typeface="Nunito Sans"/>
                <a:ea typeface="Nunito Sans"/>
                <a:cs typeface="Nunito Sans"/>
              </a:rPr>
              <a:t>Speak</a:t>
            </a:r>
          </a:p>
        </p:txBody>
      </p:sp>
      <p:sp>
        <p:nvSpPr>
          <p:cNvPr id="9" name="">
            <a:extLst xmlns:a="http://schemas.openxmlformats.org/drawingml/2006/main">
              <a:ext uri="{FF2B5EF4-FFF2-40B4-BE49-F238E27FC236}">
                <a16:creationId xmlns:a16="http://schemas.microsoft.com/office/drawing/2014/main" id="{61E81013-F761-4D11-93E7-E1AC3D570AE8}"/>
              </a:ext>
            </a:extLst>
          </p:cNvPr>
          <p:cNvSpPr>
            <a:spLocks xmlns:a="http://schemas.openxmlformats.org/drawingml/2006/main" noGrp="1"/>
          </p:cNvSpPr>
          <p:nvPr/>
        </p:nvSpPr>
        <p:spPr>
          <a:xfrm xmlns:a="http://schemas.openxmlformats.org/drawingml/2006/main">
            <a:off x="4095750" y="30003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i="0">
                <a:solidFill>
                  <a:srgbClr val="233D54"/>
                </a:solidFill>
                <a:latin typeface="Nunito Sans"/>
                <a:ea typeface="Nunito Sans"/>
                <a:cs typeface="Nunito Sans"/>
              </a:defRPr>
            </a:defPPr>
            <a:lvl1pPr>
              <a:defRPr sz="2025" b="0" i="0">
                <a:solidFill>
                  <a:srgbClr val="233D54"/>
                </a:solidFill>
                <a:latin typeface="Nunito Sans"/>
                <a:ea typeface="Nunito Sans"/>
                <a:cs typeface="Nunito Sans"/>
              </a:defRPr>
            </a:lvl1pPr>
            <a:lvl2pPr>
              <a:defRPr sz="2025" b="0" i="0">
                <a:solidFill>
                  <a:srgbClr val="233D54"/>
                </a:solidFill>
                <a:latin typeface="Nunito Sans"/>
                <a:ea typeface="Nunito Sans"/>
                <a:cs typeface="Nunito Sans"/>
              </a:defRPr>
            </a:lvl2pPr>
            <a:lvl3pPr>
              <a:defRPr sz="2025" b="0" i="0">
                <a:solidFill>
                  <a:srgbClr val="233D54"/>
                </a:solidFill>
                <a:latin typeface="Nunito Sans"/>
                <a:ea typeface="Nunito Sans"/>
                <a:cs typeface="Nunito Sans"/>
              </a:defRPr>
            </a:lvl3pPr>
            <a:lvl4pPr>
              <a:defRPr sz="2025" b="0" i="0">
                <a:solidFill>
                  <a:srgbClr val="233D54"/>
                </a:solidFill>
                <a:latin typeface="Nunito Sans"/>
                <a:ea typeface="Nunito Sans"/>
                <a:cs typeface="Nunito Sans"/>
              </a:defRPr>
            </a:lvl4pPr>
            <a:lvl5pPr>
              <a:defRPr sz="2025" b="0" i="0">
                <a:solidFill>
                  <a:srgbClr val="233D54"/>
                </a:solidFill>
                <a:latin typeface="Nunito Sans"/>
                <a:ea typeface="Nunito Sans"/>
                <a:cs typeface="Nunito Sans"/>
              </a:defRPr>
            </a:lvl5pPr>
            <a:lvl6pPr>
              <a:defRPr sz="2025" b="0" i="0">
                <a:solidFill>
                  <a:srgbClr val="233D54"/>
                </a:solidFill>
                <a:latin typeface="Nunito Sans"/>
                <a:ea typeface="Nunito Sans"/>
                <a:cs typeface="Nunito Sans"/>
              </a:defRPr>
            </a:lvl6pPr>
            <a:lvl7pPr>
              <a:defRPr sz="2025" b="0" i="0">
                <a:solidFill>
                  <a:srgbClr val="233D54"/>
                </a:solidFill>
                <a:latin typeface="Nunito Sans"/>
                <a:ea typeface="Nunito Sans"/>
                <a:cs typeface="Nunito Sans"/>
              </a:defRPr>
            </a:lvl7pPr>
            <a:lvl8pPr>
              <a:defRPr sz="2025" b="0" i="0">
                <a:solidFill>
                  <a:srgbClr val="233D54"/>
                </a:solidFill>
                <a:latin typeface="Nunito Sans"/>
                <a:ea typeface="Nunito Sans"/>
                <a:cs typeface="Nunito Sans"/>
              </a:defRPr>
            </a:lvl8pPr>
            <a:lvl9pPr>
              <a:defRPr sz="2025" b="0" i="0">
                <a:solidFill>
                  <a:srgbClr val="233D54"/>
                </a:solidFill>
                <a:latin typeface="Nunito Sans"/>
                <a:ea typeface="Nunito Sans"/>
                <a:cs typeface="Nunito Sans"/>
              </a:defRPr>
            </a:lvl9pPr>
          </a:lstStyle>
          <a:p xmlns:a="http://schemas.openxmlformats.org/drawingml/2006/main">
            <a:pPr>
              <a:defRPr sz="2025" b="0" i="0">
                <a:solidFill>
                  <a:srgbClr val="233D54"/>
                </a:solidFill>
                <a:latin typeface="Nunito Sans"/>
                <a:ea typeface="Nunito Sans"/>
                <a:cs typeface="Nunito Sans"/>
              </a:defRPr>
            </a:pPr>
            <a:r>
              <a:rPr sz="2025" b="0" i="0">
                <a:solidFill>
                  <a:srgbClr val="233D54"/>
                </a:solidFill>
                <a:latin typeface="Nunito Sans"/>
                <a:ea typeface="Nunito Sans"/>
                <a:cs typeface="Nunito Sans"/>
              </a:rPr>
              <a:t>Record the report</a:t>
            </a:r>
          </a:p>
          <a:p xmlns:a="http://schemas.openxmlformats.org/drawingml/2006/main">
            <a:pPr>
              <a:defRPr sz="2025" b="0" i="0">
                <a:solidFill>
                  <a:srgbClr val="233D54"/>
                </a:solidFill>
                <a:latin typeface="Nunito Sans"/>
                <a:ea typeface="Nunito Sans"/>
                <a:cs typeface="Nunito Sans"/>
              </a:defRPr>
            </a:pPr>
            <a:r>
              <a:rPr sz="2025" b="0" i="0">
                <a:solidFill>
                  <a:srgbClr val="233D54"/>
                </a:solidFill>
                <a:latin typeface="Nunito Sans"/>
                <a:ea typeface="Nunito Sans"/>
                <a:cs typeface="Nunito Sans"/>
              </a:rPr>
              <a:t>in the browser.</a:t>
            </a:r>
          </a:p>
        </p:txBody>
      </p:sp>
      <p:sp>
        <p:nvSpPr>
          <p:cNvPr id="10" name="">
            <a:extLst xmlns:a="http://schemas.openxmlformats.org/drawingml/2006/main">
              <a:ext uri="{FF2B5EF4-FFF2-40B4-BE49-F238E27FC236}">
                <a16:creationId xmlns:a16="http://schemas.microsoft.com/office/drawing/2014/main" id="{15BEEB5A-C82A-4BF1-AAE8-5D2E0ED2F9E6}"/>
              </a:ext>
            </a:extLst>
          </p:cNvPr>
          <p:cNvSpPr>
            <a:spLocks xmlns:a="http://schemas.openxmlformats.org/drawingml/2006/main" noGrp="1"/>
          </p:cNvSpPr>
          <p:nvPr/>
        </p:nvSpPr>
        <p:spPr>
          <a:xfrm xmlns:a="http://schemas.openxmlformats.org/drawingml/2006/main">
            <a:off x="4095750" y="43243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i="0">
                <a:solidFill>
                  <a:srgbClr val="2868AA"/>
                </a:solidFill>
                <a:latin typeface="Nunito Sans"/>
                <a:ea typeface="Nunito Sans"/>
                <a:cs typeface="Nunito Sans"/>
              </a:defRPr>
            </a:defPPr>
            <a:lvl1pPr>
              <a:defRPr sz="2250" b="1" i="0">
                <a:solidFill>
                  <a:srgbClr val="2868AA"/>
                </a:solidFill>
                <a:latin typeface="Nunito Sans"/>
                <a:ea typeface="Nunito Sans"/>
                <a:cs typeface="Nunito Sans"/>
              </a:defRPr>
            </a:lvl1pPr>
            <a:lvl2pPr>
              <a:defRPr sz="2250" b="1" i="0">
                <a:solidFill>
                  <a:srgbClr val="2868AA"/>
                </a:solidFill>
                <a:latin typeface="Nunito Sans"/>
                <a:ea typeface="Nunito Sans"/>
                <a:cs typeface="Nunito Sans"/>
              </a:defRPr>
            </a:lvl2pPr>
            <a:lvl3pPr>
              <a:defRPr sz="2250" b="1" i="0">
                <a:solidFill>
                  <a:srgbClr val="2868AA"/>
                </a:solidFill>
                <a:latin typeface="Nunito Sans"/>
                <a:ea typeface="Nunito Sans"/>
                <a:cs typeface="Nunito Sans"/>
              </a:defRPr>
            </a:lvl3pPr>
            <a:lvl4pPr>
              <a:defRPr sz="2250" b="1" i="0">
                <a:solidFill>
                  <a:srgbClr val="2868AA"/>
                </a:solidFill>
                <a:latin typeface="Nunito Sans"/>
                <a:ea typeface="Nunito Sans"/>
                <a:cs typeface="Nunito Sans"/>
              </a:defRPr>
            </a:lvl4pPr>
            <a:lvl5pPr>
              <a:defRPr sz="2250" b="1" i="0">
                <a:solidFill>
                  <a:srgbClr val="2868AA"/>
                </a:solidFill>
                <a:latin typeface="Nunito Sans"/>
                <a:ea typeface="Nunito Sans"/>
                <a:cs typeface="Nunito Sans"/>
              </a:defRPr>
            </a:lvl5pPr>
            <a:lvl6pPr>
              <a:defRPr sz="2250" b="1" i="0">
                <a:solidFill>
                  <a:srgbClr val="2868AA"/>
                </a:solidFill>
                <a:latin typeface="Nunito Sans"/>
                <a:ea typeface="Nunito Sans"/>
                <a:cs typeface="Nunito Sans"/>
              </a:defRPr>
            </a:lvl6pPr>
            <a:lvl7pPr>
              <a:defRPr sz="2250" b="1" i="0">
                <a:solidFill>
                  <a:srgbClr val="2868AA"/>
                </a:solidFill>
                <a:latin typeface="Nunito Sans"/>
                <a:ea typeface="Nunito Sans"/>
                <a:cs typeface="Nunito Sans"/>
              </a:defRPr>
            </a:lvl7pPr>
            <a:lvl8pPr>
              <a:defRPr sz="2250" b="1" i="0">
                <a:solidFill>
                  <a:srgbClr val="2868AA"/>
                </a:solidFill>
                <a:latin typeface="Nunito Sans"/>
                <a:ea typeface="Nunito Sans"/>
                <a:cs typeface="Nunito Sans"/>
              </a:defRPr>
            </a:lvl8pPr>
            <a:lvl9pPr>
              <a:defRPr sz="2250" b="1" i="0">
                <a:solidFill>
                  <a:srgbClr val="2868AA"/>
                </a:solidFill>
                <a:latin typeface="Nunito Sans"/>
                <a:ea typeface="Nunito Sans"/>
                <a:cs typeface="Nunito Sans"/>
              </a:defRPr>
            </a:lvl9pPr>
          </a:lstStyle>
          <a:p xmlns:a="http://schemas.openxmlformats.org/drawingml/2006/main">
            <a:pPr>
              <a:defRPr sz="2250" b="1" i="0">
                <a:solidFill>
                  <a:srgbClr val="2868AA"/>
                </a:solidFill>
                <a:latin typeface="Nunito Sans"/>
                <a:ea typeface="Nunito Sans"/>
                <a:cs typeface="Nunito Sans"/>
              </a:defRPr>
            </a:pPr>
            <a:r>
              <a:rPr sz="2250" b="1" i="0">
                <a:solidFill>
                  <a:srgbClr val="2868AA"/>
                </a:solidFill>
                <a:latin typeface="Nunito Sans"/>
                <a:ea typeface="Nunito Sans"/>
                <a:cs typeface="Nunito Sans"/>
              </a:rPr>
              <a:t>Review</a:t>
            </a:r>
          </a:p>
        </p:txBody>
      </p:sp>
      <p:sp>
        <p:nvSpPr>
          <p:cNvPr id="11" name="">
            <a:extLst xmlns:a="http://schemas.openxmlformats.org/drawingml/2006/main">
              <a:ext uri="{FF2B5EF4-FFF2-40B4-BE49-F238E27FC236}">
                <a16:creationId xmlns:a16="http://schemas.microsoft.com/office/drawing/2014/main" id="{5E90F42F-F79E-4B5C-B50A-7F298D4F9B14}"/>
              </a:ext>
            </a:extLst>
          </p:cNvPr>
          <p:cNvSpPr>
            <a:spLocks xmlns:a="http://schemas.openxmlformats.org/drawingml/2006/main" noGrp="1"/>
          </p:cNvSpPr>
          <p:nvPr/>
        </p:nvSpPr>
        <p:spPr>
          <a:xfrm xmlns:a="http://schemas.openxmlformats.org/drawingml/2006/main">
            <a:off x="4095750" y="48387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i="0">
                <a:solidFill>
                  <a:srgbClr val="233D54"/>
                </a:solidFill>
                <a:latin typeface="Nunito Sans"/>
                <a:ea typeface="Nunito Sans"/>
                <a:cs typeface="Nunito Sans"/>
              </a:defRPr>
            </a:defPPr>
            <a:lvl1pPr>
              <a:defRPr sz="2025" b="0" i="0">
                <a:solidFill>
                  <a:srgbClr val="233D54"/>
                </a:solidFill>
                <a:latin typeface="Nunito Sans"/>
                <a:ea typeface="Nunito Sans"/>
                <a:cs typeface="Nunito Sans"/>
              </a:defRPr>
            </a:lvl1pPr>
            <a:lvl2pPr>
              <a:defRPr sz="2025" b="0" i="0">
                <a:solidFill>
                  <a:srgbClr val="233D54"/>
                </a:solidFill>
                <a:latin typeface="Nunito Sans"/>
                <a:ea typeface="Nunito Sans"/>
                <a:cs typeface="Nunito Sans"/>
              </a:defRPr>
            </a:lvl2pPr>
            <a:lvl3pPr>
              <a:defRPr sz="2025" b="0" i="0">
                <a:solidFill>
                  <a:srgbClr val="233D54"/>
                </a:solidFill>
                <a:latin typeface="Nunito Sans"/>
                <a:ea typeface="Nunito Sans"/>
                <a:cs typeface="Nunito Sans"/>
              </a:defRPr>
            </a:lvl3pPr>
            <a:lvl4pPr>
              <a:defRPr sz="2025" b="0" i="0">
                <a:solidFill>
                  <a:srgbClr val="233D54"/>
                </a:solidFill>
                <a:latin typeface="Nunito Sans"/>
                <a:ea typeface="Nunito Sans"/>
                <a:cs typeface="Nunito Sans"/>
              </a:defRPr>
            </a:lvl4pPr>
            <a:lvl5pPr>
              <a:defRPr sz="2025" b="0" i="0">
                <a:solidFill>
                  <a:srgbClr val="233D54"/>
                </a:solidFill>
                <a:latin typeface="Nunito Sans"/>
                <a:ea typeface="Nunito Sans"/>
                <a:cs typeface="Nunito Sans"/>
              </a:defRPr>
            </a:lvl5pPr>
            <a:lvl6pPr>
              <a:defRPr sz="2025" b="0" i="0">
                <a:solidFill>
                  <a:srgbClr val="233D54"/>
                </a:solidFill>
                <a:latin typeface="Nunito Sans"/>
                <a:ea typeface="Nunito Sans"/>
                <a:cs typeface="Nunito Sans"/>
              </a:defRPr>
            </a:lvl6pPr>
            <a:lvl7pPr>
              <a:defRPr sz="2025" b="0" i="0">
                <a:solidFill>
                  <a:srgbClr val="233D54"/>
                </a:solidFill>
                <a:latin typeface="Nunito Sans"/>
                <a:ea typeface="Nunito Sans"/>
                <a:cs typeface="Nunito Sans"/>
              </a:defRPr>
            </a:lvl7pPr>
            <a:lvl8pPr>
              <a:defRPr sz="2025" b="0" i="0">
                <a:solidFill>
                  <a:srgbClr val="233D54"/>
                </a:solidFill>
                <a:latin typeface="Nunito Sans"/>
                <a:ea typeface="Nunito Sans"/>
                <a:cs typeface="Nunito Sans"/>
              </a:defRPr>
            </a:lvl8pPr>
            <a:lvl9pPr>
              <a:defRPr sz="2025" b="0" i="0">
                <a:solidFill>
                  <a:srgbClr val="233D54"/>
                </a:solidFill>
                <a:latin typeface="Nunito Sans"/>
                <a:ea typeface="Nunito Sans"/>
                <a:cs typeface="Nunito Sans"/>
              </a:defRPr>
            </a:lvl9pPr>
          </a:lstStyle>
          <a:p xmlns:a="http://schemas.openxmlformats.org/drawingml/2006/main">
            <a:pPr>
              <a:defRPr sz="2025" b="0" i="0">
                <a:solidFill>
                  <a:srgbClr val="233D54"/>
                </a:solidFill>
                <a:latin typeface="Nunito Sans"/>
                <a:ea typeface="Nunito Sans"/>
                <a:cs typeface="Nunito Sans"/>
              </a:defRPr>
            </a:pPr>
            <a:r>
              <a:rPr sz="2025" b="0" i="0">
                <a:solidFill>
                  <a:srgbClr val="233D54"/>
                </a:solidFill>
                <a:latin typeface="Nunito Sans"/>
                <a:ea typeface="Nunito Sans"/>
                <a:cs typeface="Nunito Sans"/>
              </a:rPr>
              <a:t>Check the facts</a:t>
            </a:r>
          </a:p>
          <a:p xmlns:a="http://schemas.openxmlformats.org/drawingml/2006/main">
            <a:pPr>
              <a:defRPr sz="2025" b="0" i="0">
                <a:solidFill>
                  <a:srgbClr val="233D54"/>
                </a:solidFill>
                <a:latin typeface="Nunito Sans"/>
                <a:ea typeface="Nunito Sans"/>
                <a:cs typeface="Nunito Sans"/>
              </a:defRPr>
            </a:pPr>
            <a:r>
              <a:rPr sz="2025" b="0" i="0">
                <a:solidFill>
                  <a:srgbClr val="233D54"/>
                </a:solidFill>
                <a:latin typeface="Nunito Sans"/>
                <a:ea typeface="Nunito Sans"/>
                <a:cs typeface="Nunito Sans"/>
              </a:rPr>
              <a:t>against the report.</a:t>
            </a:r>
          </a:p>
        </p:txBody>
      </p:sp>
      <p:sp>
        <p:nvSpPr>
          <p:cNvPr id="12" name="">
            <a:extLst xmlns:a="http://schemas.openxmlformats.org/drawingml/2006/main">
              <a:ext uri="{FF2B5EF4-FFF2-40B4-BE49-F238E27FC236}">
                <a16:creationId xmlns:a16="http://schemas.microsoft.com/office/drawing/2014/main" id="{27314D1E-0DE9-424B-BE1D-4FA12C96F56A}"/>
              </a:ext>
            </a:extLst>
          </p:cNvPr>
          <p:cNvSpPr>
            <a:spLocks xmlns:a="http://schemas.openxmlformats.org/drawingml/2006/main" noGrp="1"/>
          </p:cNvSpPr>
          <p:nvPr/>
        </p:nvSpPr>
        <p:spPr>
          <a:xfrm xmlns:a="http://schemas.openxmlformats.org/drawingml/2006/main">
            <a:off x="8039356" y="2266950"/>
            <a:ext cx="2952238" cy="4095750"/>
          </a:xfrm>
          <a:prstGeom xmlns:a="http://schemas.openxmlformats.org/drawingml/2006/main" prst="roundRect">
            <a:avLst>
              <a:gd name="adj" fmla="val 7098"/>
            </a:avLst>
          </a:prstGeom>
          <a:solidFill xmlns:a="http://schemas.openxmlformats.org/drawingml/2006/main">
            <a:srgbClr val="FFFFFF"/>
          </a:solidFill>
          <a:ln xmlns:a="http://schemas.openxmlformats.org/drawingml/2006/main" w="9525">
            <a:solidFill>
              <a:srgbClr val="BED3E7"/>
            </a:solidFill>
          </a:ln>
        </p:spPr>
      </p:sp>
      <p:pic>
        <p:nvPicPr>
          <p:cNvPr id="13" name="">
            <a:extLst xmlns:a="http://schemas.openxmlformats.org/drawingml/2006/main">
              <a:ext uri="{FF2B5EF4-FFF2-40B4-BE49-F238E27FC236}">
                <a16:creationId xmlns:a16="http://schemas.microsoft.com/office/drawing/2014/main" id="{7252C1C5-6F5E-4F74-A4F2-5A3CB7971095}"/>
              </a:ext>
            </a:extLst>
          </p:cNvPr>
          <p:cNvPicPr>
            <a:picLocks xmlns:a="http://schemas.openxmlformats.org/drawingml/2006/main" noChangeAspect="1"/>
          </p:cNvPicPr>
          <p:nvPr/>
        </p:nvPicPr>
        <p:blipFill>
          <a:blip xmlns:r="http://schemas.openxmlformats.org/officeDocument/2006/relationships" xmlns:a="http://schemas.openxmlformats.org/drawingml/2006/main" r:embed="Raf0a7eb077ca4ed7"/>
          <a:stretch xmlns:a="http://schemas.openxmlformats.org/drawingml/2006/main"/>
        </p:blipFill>
        <p:spPr>
          <a:xfrm xmlns:a="http://schemas.openxmlformats.org/drawingml/2006/main">
            <a:off x="8153656" y="2381250"/>
            <a:ext cx="2723638" cy="3867150"/>
          </a:xfrm>
          <a:prstGeom xmlns:a="http://schemas.openxmlformats.org/drawingml/2006/main" prst="roundRect">
            <a:avLst>
              <a:gd name="adj" fmla="val 4197"/>
            </a:avLst>
          </a:prstGeom>
        </p:spPr>
      </p:pic>
    </p:spTree>
    <p:extLst>
      <p:ext uri="{BB962C8B-B14F-4D97-AF65-F5344CB8AC3E}">
        <p14:creationId xmlns:p14="http://schemas.microsoft.com/office/powerpoint/2010/main" val="14293247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533270-1E34-4A12-BC83-767EB2EB2ED8}"/>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04</a:t>
            </a:r>
          </a:p>
        </p:txBody>
      </p:sp>
      <p:sp>
        <p:nvSpPr>
          <p:cNvPr id="2" name="">
            <a:extLst xmlns:a="http://schemas.openxmlformats.org/drawingml/2006/main">
              <a:ext uri="{FF2B5EF4-FFF2-40B4-BE49-F238E27FC236}">
                <a16:creationId xmlns:a16="http://schemas.microsoft.com/office/drawing/2014/main" id="{A2130542-9E6F-4543-A8A9-55F73ABFE17F}"/>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58316885-80D9-481B-8C60-A21A295D0B5B}"/>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6B8E7640-8D48-43B7-82A7-800D43F35D3D}"/>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The response plan</a:t>
            </a:r>
          </a:p>
        </p:txBody>
      </p:sp>
      <p:sp>
        <p:nvSpPr>
          <p:cNvPr id="5" name="">
            <a:extLst xmlns:a="http://schemas.openxmlformats.org/drawingml/2006/main">
              <a:ext uri="{FF2B5EF4-FFF2-40B4-BE49-F238E27FC236}">
                <a16:creationId xmlns:a16="http://schemas.microsoft.com/office/drawing/2014/main" id="{A64F25AB-29CB-4EA1-B59D-CA4FD10764F4}"/>
              </a:ext>
            </a:extLst>
          </p:cNvPr>
          <p:cNvSpPr>
            <a:spLocks xmlns:a="http://schemas.openxmlformats.org/drawingml/2006/main" noGrp="1"/>
          </p:cNvSpPr>
          <p:nvPr/>
        </p:nvSpPr>
        <p:spPr>
          <a:xfrm xmlns:a="http://schemas.openxmlformats.org/drawingml/2006/main">
            <a:off x="533400" y="790575"/>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350" b="1" i="0">
                <a:solidFill>
                  <a:srgbClr val="233D54"/>
                </a:solidFill>
                <a:latin typeface="Nunito Sans"/>
                <a:ea typeface="Nunito Sans"/>
                <a:cs typeface="Nunito Sans"/>
              </a:defRPr>
            </a:defPPr>
            <a:lvl1pPr>
              <a:defRPr sz="4350" b="1" i="0">
                <a:solidFill>
                  <a:srgbClr val="233D54"/>
                </a:solidFill>
                <a:latin typeface="Nunito Sans"/>
                <a:ea typeface="Nunito Sans"/>
                <a:cs typeface="Nunito Sans"/>
              </a:defRPr>
            </a:lvl1pPr>
            <a:lvl2pPr>
              <a:defRPr sz="4350" b="1" i="0">
                <a:solidFill>
                  <a:srgbClr val="233D54"/>
                </a:solidFill>
                <a:latin typeface="Nunito Sans"/>
                <a:ea typeface="Nunito Sans"/>
                <a:cs typeface="Nunito Sans"/>
              </a:defRPr>
            </a:lvl2pPr>
            <a:lvl3pPr>
              <a:defRPr sz="4350" b="1" i="0">
                <a:solidFill>
                  <a:srgbClr val="233D54"/>
                </a:solidFill>
                <a:latin typeface="Nunito Sans"/>
                <a:ea typeface="Nunito Sans"/>
                <a:cs typeface="Nunito Sans"/>
              </a:defRPr>
            </a:lvl3pPr>
            <a:lvl4pPr>
              <a:defRPr sz="4350" b="1" i="0">
                <a:solidFill>
                  <a:srgbClr val="233D54"/>
                </a:solidFill>
                <a:latin typeface="Nunito Sans"/>
                <a:ea typeface="Nunito Sans"/>
                <a:cs typeface="Nunito Sans"/>
              </a:defRPr>
            </a:lvl4pPr>
            <a:lvl5pPr>
              <a:defRPr sz="4350" b="1" i="0">
                <a:solidFill>
                  <a:srgbClr val="233D54"/>
                </a:solidFill>
                <a:latin typeface="Nunito Sans"/>
                <a:ea typeface="Nunito Sans"/>
                <a:cs typeface="Nunito Sans"/>
              </a:defRPr>
            </a:lvl5pPr>
            <a:lvl6pPr>
              <a:defRPr sz="4350" b="1" i="0">
                <a:solidFill>
                  <a:srgbClr val="233D54"/>
                </a:solidFill>
                <a:latin typeface="Nunito Sans"/>
                <a:ea typeface="Nunito Sans"/>
                <a:cs typeface="Nunito Sans"/>
              </a:defRPr>
            </a:lvl6pPr>
            <a:lvl7pPr>
              <a:defRPr sz="4350" b="1" i="0">
                <a:solidFill>
                  <a:srgbClr val="233D54"/>
                </a:solidFill>
                <a:latin typeface="Nunito Sans"/>
                <a:ea typeface="Nunito Sans"/>
                <a:cs typeface="Nunito Sans"/>
              </a:defRPr>
            </a:lvl7pPr>
            <a:lvl8pPr>
              <a:defRPr sz="4350" b="1" i="0">
                <a:solidFill>
                  <a:srgbClr val="233D54"/>
                </a:solidFill>
                <a:latin typeface="Nunito Sans"/>
                <a:ea typeface="Nunito Sans"/>
                <a:cs typeface="Nunito Sans"/>
              </a:defRPr>
            </a:lvl8pPr>
            <a:lvl9pPr>
              <a:defRPr sz="4350" b="1" i="0">
                <a:solidFill>
                  <a:srgbClr val="233D54"/>
                </a:solidFill>
                <a:latin typeface="Nunito Sans"/>
                <a:ea typeface="Nunito Sans"/>
                <a:cs typeface="Nunito Sans"/>
              </a:defRPr>
            </a:lvl9pPr>
          </a:lstStyle>
          <a:p xmlns:a="http://schemas.openxmlformats.org/drawingml/2006/main">
            <a:pPr>
              <a:defRPr sz="4350" b="1" i="0">
                <a:solidFill>
                  <a:srgbClr val="233D54"/>
                </a:solidFill>
                <a:latin typeface="Nunito Sans"/>
                <a:ea typeface="Nunito Sans"/>
                <a:cs typeface="Nunito Sans"/>
              </a:defRPr>
            </a:pPr>
            <a:r>
              <a:rPr sz="4350" b="1" i="0">
                <a:solidFill>
                  <a:srgbClr val="233D54"/>
                </a:solidFill>
                <a:latin typeface="Nunito Sans"/>
                <a:ea typeface="Nunito Sans"/>
                <a:cs typeface="Nunito Sans"/>
              </a:rPr>
              <a:t>A team and a way there</a:t>
            </a:r>
          </a:p>
        </p:txBody>
      </p:sp>
      <p:sp>
        <p:nvSpPr>
          <p:cNvPr id="6" name="">
            <a:extLst xmlns:a="http://schemas.openxmlformats.org/drawingml/2006/main">
              <a:ext uri="{FF2B5EF4-FFF2-40B4-BE49-F238E27FC236}">
                <a16:creationId xmlns:a16="http://schemas.microsoft.com/office/drawing/2014/main" id="{29042522-EDC4-4386-B63E-A90B500D3D1C}"/>
              </a:ext>
            </a:extLst>
          </p:cNvPr>
          <p:cNvSpPr>
            <a:spLocks xmlns:a="http://schemas.openxmlformats.org/drawingml/2006/main" noGrp="1"/>
          </p:cNvSpPr>
          <p:nvPr/>
        </p:nvSpPr>
        <p:spPr>
          <a:xfrm xmlns:a="http://schemas.openxmlformats.org/drawingml/2006/main">
            <a:off x="1306620" y="1714500"/>
            <a:ext cx="5225835" cy="4695825"/>
          </a:xfrm>
          <a:prstGeom xmlns:a="http://schemas.openxmlformats.org/drawingml/2006/main" prst="roundRect">
            <a:avLst>
              <a:gd name="adj" fmla="val 4462"/>
            </a:avLst>
          </a:prstGeom>
          <a:solidFill xmlns:a="http://schemas.openxmlformats.org/drawingml/2006/main">
            <a:srgbClr val="FFFFFF"/>
          </a:solidFill>
          <a:ln xmlns:a="http://schemas.openxmlformats.org/drawingml/2006/main" w="9525">
            <a:solidFill>
              <a:srgbClr val="BED3E7"/>
            </a:solidFill>
          </a:ln>
        </p:spPr>
      </p:sp>
      <p:pic>
        <p:nvPicPr>
          <p:cNvPr id="7" name="">
            <a:extLst xmlns:a="http://schemas.openxmlformats.org/drawingml/2006/main">
              <a:ext uri="{FF2B5EF4-FFF2-40B4-BE49-F238E27FC236}">
                <a16:creationId xmlns:a16="http://schemas.microsoft.com/office/drawing/2014/main" id="{CF0C761A-B2E1-489F-8CB7-26F0C3C7FDAE}"/>
              </a:ext>
            </a:extLst>
          </p:cNvPr>
          <p:cNvPicPr>
            <a:picLocks xmlns:a="http://schemas.openxmlformats.org/drawingml/2006/main" noChangeAspect="1"/>
          </p:cNvPicPr>
          <p:nvPr/>
        </p:nvPicPr>
        <p:blipFill>
          <a:blip xmlns:r="http://schemas.openxmlformats.org/officeDocument/2006/relationships" xmlns:a="http://schemas.openxmlformats.org/drawingml/2006/main" r:embed="R8b4cf25a38d14388"/>
          <a:stretch xmlns:a="http://schemas.openxmlformats.org/drawingml/2006/main"/>
        </p:blipFill>
        <p:spPr>
          <a:xfrm xmlns:a="http://schemas.openxmlformats.org/drawingml/2006/main">
            <a:off x="1420920" y="1828800"/>
            <a:ext cx="4997235" cy="4467225"/>
          </a:xfrm>
          <a:prstGeom xmlns:a="http://schemas.openxmlformats.org/drawingml/2006/main" prst="roundRect">
            <a:avLst>
              <a:gd name="adj" fmla="val 2559"/>
            </a:avLst>
          </a:prstGeom>
        </p:spPr>
      </p:pic>
      <p:sp>
        <p:nvSpPr>
          <p:cNvPr id="8" name="">
            <a:extLst xmlns:a="http://schemas.openxmlformats.org/drawingml/2006/main">
              <a:ext uri="{FF2B5EF4-FFF2-40B4-BE49-F238E27FC236}">
                <a16:creationId xmlns:a16="http://schemas.microsoft.com/office/drawing/2014/main" id="{850AADA1-0CEF-4AA6-ADD7-EC7037B3F7D8}"/>
              </a:ext>
            </a:extLst>
          </p:cNvPr>
          <p:cNvSpPr>
            <a:spLocks xmlns:a="http://schemas.openxmlformats.org/drawingml/2006/main" noGrp="1"/>
          </p:cNvSpPr>
          <p:nvPr/>
        </p:nvSpPr>
        <p:spPr>
          <a:xfrm xmlns:a="http://schemas.openxmlformats.org/drawingml/2006/main">
            <a:off x="7896225" y="19335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i="0">
                <a:solidFill>
                  <a:srgbClr val="2868AA"/>
                </a:solidFill>
                <a:latin typeface="Nunito Sans"/>
                <a:ea typeface="Nunito Sans"/>
                <a:cs typeface="Nunito Sans"/>
              </a:defRPr>
            </a:defPPr>
            <a:lvl1pPr>
              <a:defRPr sz="2400" b="1" i="0">
                <a:solidFill>
                  <a:srgbClr val="2868AA"/>
                </a:solidFill>
                <a:latin typeface="Nunito Sans"/>
                <a:ea typeface="Nunito Sans"/>
                <a:cs typeface="Nunito Sans"/>
              </a:defRPr>
            </a:lvl1pPr>
            <a:lvl2pPr>
              <a:defRPr sz="2400" b="1" i="0">
                <a:solidFill>
                  <a:srgbClr val="2868AA"/>
                </a:solidFill>
                <a:latin typeface="Nunito Sans"/>
                <a:ea typeface="Nunito Sans"/>
                <a:cs typeface="Nunito Sans"/>
              </a:defRPr>
            </a:lvl2pPr>
            <a:lvl3pPr>
              <a:defRPr sz="2400" b="1" i="0">
                <a:solidFill>
                  <a:srgbClr val="2868AA"/>
                </a:solidFill>
                <a:latin typeface="Nunito Sans"/>
                <a:ea typeface="Nunito Sans"/>
                <a:cs typeface="Nunito Sans"/>
              </a:defRPr>
            </a:lvl3pPr>
            <a:lvl4pPr>
              <a:defRPr sz="2400" b="1" i="0">
                <a:solidFill>
                  <a:srgbClr val="2868AA"/>
                </a:solidFill>
                <a:latin typeface="Nunito Sans"/>
                <a:ea typeface="Nunito Sans"/>
                <a:cs typeface="Nunito Sans"/>
              </a:defRPr>
            </a:lvl4pPr>
            <a:lvl5pPr>
              <a:defRPr sz="2400" b="1" i="0">
                <a:solidFill>
                  <a:srgbClr val="2868AA"/>
                </a:solidFill>
                <a:latin typeface="Nunito Sans"/>
                <a:ea typeface="Nunito Sans"/>
                <a:cs typeface="Nunito Sans"/>
              </a:defRPr>
            </a:lvl5pPr>
            <a:lvl6pPr>
              <a:defRPr sz="2400" b="1" i="0">
                <a:solidFill>
                  <a:srgbClr val="2868AA"/>
                </a:solidFill>
                <a:latin typeface="Nunito Sans"/>
                <a:ea typeface="Nunito Sans"/>
                <a:cs typeface="Nunito Sans"/>
              </a:defRPr>
            </a:lvl6pPr>
            <a:lvl7pPr>
              <a:defRPr sz="2400" b="1" i="0">
                <a:solidFill>
                  <a:srgbClr val="2868AA"/>
                </a:solidFill>
                <a:latin typeface="Nunito Sans"/>
                <a:ea typeface="Nunito Sans"/>
                <a:cs typeface="Nunito Sans"/>
              </a:defRPr>
            </a:lvl7pPr>
            <a:lvl8pPr>
              <a:defRPr sz="2400" b="1" i="0">
                <a:solidFill>
                  <a:srgbClr val="2868AA"/>
                </a:solidFill>
                <a:latin typeface="Nunito Sans"/>
                <a:ea typeface="Nunito Sans"/>
                <a:cs typeface="Nunito Sans"/>
              </a:defRPr>
            </a:lvl8pPr>
            <a:lvl9pPr>
              <a:defRPr sz="2400" b="1" i="0">
                <a:solidFill>
                  <a:srgbClr val="2868AA"/>
                </a:solidFill>
                <a:latin typeface="Nunito Sans"/>
                <a:ea typeface="Nunito Sans"/>
                <a:cs typeface="Nunito Sans"/>
              </a:defRPr>
            </a:lvl9pPr>
          </a:lstStyle>
          <a:p xmlns:a="http://schemas.openxmlformats.org/drawingml/2006/main">
            <a:pPr>
              <a:defRPr sz="2400" b="1" i="0">
                <a:solidFill>
                  <a:srgbClr val="2868AA"/>
                </a:solidFill>
                <a:latin typeface="Nunito Sans"/>
                <a:ea typeface="Nunito Sans"/>
                <a:cs typeface="Nunito Sans"/>
              </a:defRPr>
            </a:pPr>
            <a:r>
              <a:rPr sz="2400" b="1" i="0">
                <a:solidFill>
                  <a:srgbClr val="2868AA"/>
                </a:solidFill>
                <a:latin typeface="Nunito Sans"/>
                <a:ea typeface="Nunito Sans"/>
                <a:cs typeface="Nunito Sans"/>
              </a:rPr>
              <a:t>Union Station</a:t>
            </a:r>
          </a:p>
        </p:txBody>
      </p:sp>
      <p:sp>
        <p:nvSpPr>
          <p:cNvPr id="9" name="">
            <a:extLst xmlns:a="http://schemas.openxmlformats.org/drawingml/2006/main">
              <a:ext uri="{FF2B5EF4-FFF2-40B4-BE49-F238E27FC236}">
                <a16:creationId xmlns:a16="http://schemas.microsoft.com/office/drawing/2014/main" id="{49D2FFFB-F149-413D-813F-3656FDD1A0DE}"/>
              </a:ext>
            </a:extLst>
          </p:cNvPr>
          <p:cNvSpPr>
            <a:spLocks xmlns:a="http://schemas.openxmlformats.org/drawingml/2006/main" noGrp="1"/>
          </p:cNvSpPr>
          <p:nvPr/>
        </p:nvSpPr>
        <p:spPr>
          <a:xfrm xmlns:a="http://schemas.openxmlformats.org/drawingml/2006/main">
            <a:off x="7896225" y="2552700"/>
            <a:ext cx="3619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i="0">
                <a:solidFill>
                  <a:srgbClr val="233D54"/>
                </a:solidFill>
                <a:latin typeface="Nunito Sans"/>
                <a:ea typeface="Nunito Sans"/>
                <a:cs typeface="Nunito Sans"/>
              </a:defRPr>
            </a:defPPr>
            <a:lvl1pPr>
              <a:defRPr sz="2175" b="0" i="0">
                <a:solidFill>
                  <a:srgbClr val="233D54"/>
                </a:solidFill>
                <a:latin typeface="Nunito Sans"/>
                <a:ea typeface="Nunito Sans"/>
                <a:cs typeface="Nunito Sans"/>
              </a:defRPr>
            </a:lvl1pPr>
            <a:lvl2pPr>
              <a:defRPr sz="2175" b="0" i="0">
                <a:solidFill>
                  <a:srgbClr val="233D54"/>
                </a:solidFill>
                <a:latin typeface="Nunito Sans"/>
                <a:ea typeface="Nunito Sans"/>
                <a:cs typeface="Nunito Sans"/>
              </a:defRPr>
            </a:lvl2pPr>
            <a:lvl3pPr>
              <a:defRPr sz="2175" b="0" i="0">
                <a:solidFill>
                  <a:srgbClr val="233D54"/>
                </a:solidFill>
                <a:latin typeface="Nunito Sans"/>
                <a:ea typeface="Nunito Sans"/>
                <a:cs typeface="Nunito Sans"/>
              </a:defRPr>
            </a:lvl3pPr>
            <a:lvl4pPr>
              <a:defRPr sz="2175" b="0" i="0">
                <a:solidFill>
                  <a:srgbClr val="233D54"/>
                </a:solidFill>
                <a:latin typeface="Nunito Sans"/>
                <a:ea typeface="Nunito Sans"/>
                <a:cs typeface="Nunito Sans"/>
              </a:defRPr>
            </a:lvl4pPr>
            <a:lvl5pPr>
              <a:defRPr sz="2175" b="0" i="0">
                <a:solidFill>
                  <a:srgbClr val="233D54"/>
                </a:solidFill>
                <a:latin typeface="Nunito Sans"/>
                <a:ea typeface="Nunito Sans"/>
                <a:cs typeface="Nunito Sans"/>
              </a:defRPr>
            </a:lvl5pPr>
            <a:lvl6pPr>
              <a:defRPr sz="2175" b="0" i="0">
                <a:solidFill>
                  <a:srgbClr val="233D54"/>
                </a:solidFill>
                <a:latin typeface="Nunito Sans"/>
                <a:ea typeface="Nunito Sans"/>
                <a:cs typeface="Nunito Sans"/>
              </a:defRPr>
            </a:lvl6pPr>
            <a:lvl7pPr>
              <a:defRPr sz="2175" b="0" i="0">
                <a:solidFill>
                  <a:srgbClr val="233D54"/>
                </a:solidFill>
                <a:latin typeface="Nunito Sans"/>
                <a:ea typeface="Nunito Sans"/>
                <a:cs typeface="Nunito Sans"/>
              </a:defRPr>
            </a:lvl7pPr>
            <a:lvl8pPr>
              <a:defRPr sz="2175" b="0" i="0">
                <a:solidFill>
                  <a:srgbClr val="233D54"/>
                </a:solidFill>
                <a:latin typeface="Nunito Sans"/>
                <a:ea typeface="Nunito Sans"/>
                <a:cs typeface="Nunito Sans"/>
              </a:defRPr>
            </a:lvl8pPr>
            <a:lvl9pPr>
              <a:defRPr sz="2175" b="0" i="0">
                <a:solidFill>
                  <a:srgbClr val="233D54"/>
                </a:solidFill>
                <a:latin typeface="Nunito Sans"/>
                <a:ea typeface="Nunito Sans"/>
                <a:cs typeface="Nunito Sans"/>
              </a:defRPr>
            </a:lvl9pPr>
          </a:lstStyle>
          <a:p xmlns:a="http://schemas.openxmlformats.org/drawingml/2006/main">
            <a:pPr>
              <a:defRPr sz="2175" b="0" i="0">
                <a:solidFill>
                  <a:srgbClr val="233D54"/>
                </a:solidFill>
                <a:latin typeface="Nunito Sans"/>
                <a:ea typeface="Nunito Sans"/>
                <a:cs typeface="Nunito Sans"/>
              </a:defRPr>
            </a:pPr>
            <a:r>
              <a:rPr sz="2175" b="0" i="0">
                <a:solidFill>
                  <a:srgbClr val="233D54"/>
                </a:solidFill>
                <a:latin typeface="Nunito Sans"/>
                <a:ea typeface="Nunito Sans"/>
                <a:cs typeface="Nunito Sans"/>
              </a:rPr>
              <a:t>A suitable available unit.</a:t>
            </a:r>
          </a:p>
          <a:p xmlns:a="http://schemas.openxmlformats.org/drawingml/2006/main">
            <a:pPr>
              <a:defRPr sz="2175" b="0" i="0">
                <a:solidFill>
                  <a:srgbClr val="233D54"/>
                </a:solidFill>
                <a:latin typeface="Nunito Sans"/>
                <a:ea typeface="Nunito Sans"/>
                <a:cs typeface="Nunito Sans"/>
              </a:defRPr>
            </a:pPr>
            <a:r>
              <a:rPr sz="2175" b="0" i="0">
                <a:solidFill>
                  <a:srgbClr val="233D54"/>
                </a:solidFill>
                <a:latin typeface="Nunito Sans"/>
                <a:ea typeface="Nunito Sans"/>
                <a:cs typeface="Nunito Sans"/>
              </a:rPr>
              <a:t>A route around the</a:t>
            </a:r>
          </a:p>
          <a:p xmlns:a="http://schemas.openxmlformats.org/drawingml/2006/main">
            <a:pPr>
              <a:defRPr sz="2175" b="0" i="0">
                <a:solidFill>
                  <a:srgbClr val="233D54"/>
                </a:solidFill>
                <a:latin typeface="Nunito Sans"/>
                <a:ea typeface="Nunito Sans"/>
                <a:cs typeface="Nunito Sans"/>
              </a:defRPr>
            </a:pPr>
            <a:r>
              <a:rPr sz="2175" b="0" i="0">
                <a:solidFill>
                  <a:srgbClr val="233D54"/>
                </a:solidFill>
                <a:latin typeface="Nunito Sans"/>
                <a:ea typeface="Nunito Sans"/>
                <a:cs typeface="Nunito Sans"/>
              </a:rPr>
              <a:t>reported blockage.</a:t>
            </a:r>
          </a:p>
        </p:txBody>
      </p:sp>
      <p:sp>
        <p:nvSpPr>
          <p:cNvPr id="10" name="">
            <a:extLst xmlns:a="http://schemas.openxmlformats.org/drawingml/2006/main">
              <a:ext uri="{FF2B5EF4-FFF2-40B4-BE49-F238E27FC236}">
                <a16:creationId xmlns:a16="http://schemas.microsoft.com/office/drawing/2014/main" id="{DC1B92B0-E199-4422-BC47-98A5AD647714}"/>
              </a:ext>
            </a:extLst>
          </p:cNvPr>
          <p:cNvSpPr>
            <a:spLocks xmlns:a="http://schemas.openxmlformats.org/drawingml/2006/main" noGrp="1"/>
          </p:cNvSpPr>
          <p:nvPr/>
        </p:nvSpPr>
        <p:spPr>
          <a:xfrm xmlns:a="http://schemas.openxmlformats.org/drawingml/2006/main">
            <a:off x="8656348" y="4086225"/>
            <a:ext cx="1927803" cy="200025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9525">
            <a:solidFill>
              <a:srgbClr val="BED3E7"/>
            </a:solidFill>
          </a:ln>
        </p:spPr>
      </p:sp>
      <p:pic>
        <p:nvPicPr>
          <p:cNvPr id="11" name="">
            <a:extLst xmlns:a="http://schemas.openxmlformats.org/drawingml/2006/main">
              <a:ext uri="{FF2B5EF4-FFF2-40B4-BE49-F238E27FC236}">
                <a16:creationId xmlns:a16="http://schemas.microsoft.com/office/drawing/2014/main" id="{CE03BAEA-D855-45E7-8C8E-2891EAE9B6FD}"/>
              </a:ext>
            </a:extLst>
          </p:cNvPr>
          <p:cNvPicPr>
            <a:picLocks xmlns:a="http://schemas.openxmlformats.org/drawingml/2006/main" noChangeAspect="1"/>
          </p:cNvPicPr>
          <p:nvPr/>
        </p:nvPicPr>
        <p:blipFill>
          <a:blip xmlns:r="http://schemas.openxmlformats.org/officeDocument/2006/relationships" xmlns:a="http://schemas.openxmlformats.org/drawingml/2006/main" r:embed="R389c2702a6ff4cb7"/>
          <a:stretch xmlns:a="http://schemas.openxmlformats.org/drawingml/2006/main"/>
        </p:blipFill>
        <p:spPr>
          <a:xfrm xmlns:a="http://schemas.openxmlformats.org/drawingml/2006/main">
            <a:off x="8770648" y="4200525"/>
            <a:ext cx="1699203" cy="1771650"/>
          </a:xfrm>
          <a:prstGeom xmlns:a="http://schemas.openxmlformats.org/drawingml/2006/main" prst="roundRect">
            <a:avLst>
              <a:gd name="adj" fmla="val 6727"/>
            </a:avLst>
          </a:prstGeom>
        </p:spPr>
      </p:pic>
      <p:sp>
        <p:nvSpPr>
          <p:cNvPr id="12" name="">
            <a:extLst xmlns:a="http://schemas.openxmlformats.org/drawingml/2006/main">
              <a:ext uri="{FF2B5EF4-FFF2-40B4-BE49-F238E27FC236}">
                <a16:creationId xmlns:a16="http://schemas.microsoft.com/office/drawing/2014/main" id="{07C03371-20B5-4759-AABA-AFA92FD6DFF1}"/>
              </a:ext>
            </a:extLst>
          </p:cNvPr>
          <p:cNvSpPr>
            <a:spLocks xmlns:a="http://schemas.openxmlformats.org/drawingml/2006/main" noGrp="1"/>
          </p:cNvSpPr>
          <p:nvPr/>
        </p:nvSpPr>
        <p:spPr>
          <a:xfrm xmlns:a="http://schemas.openxmlformats.org/drawingml/2006/main">
            <a:off x="533400" y="64484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i="0">
                <a:solidFill>
                  <a:srgbClr val="506B82"/>
                </a:solidFill>
                <a:latin typeface="Nunito Sans"/>
                <a:ea typeface="Nunito Sans"/>
                <a:cs typeface="Nunito Sans"/>
              </a:defRPr>
            </a:defPPr>
            <a:lvl1pPr>
              <a:defRPr sz="1200" b="0" i="0">
                <a:solidFill>
                  <a:srgbClr val="506B82"/>
                </a:solidFill>
                <a:latin typeface="Nunito Sans"/>
                <a:ea typeface="Nunito Sans"/>
                <a:cs typeface="Nunito Sans"/>
              </a:defRPr>
            </a:lvl1pPr>
            <a:lvl2pPr>
              <a:defRPr sz="1200" b="0" i="0">
                <a:solidFill>
                  <a:srgbClr val="506B82"/>
                </a:solidFill>
                <a:latin typeface="Nunito Sans"/>
                <a:ea typeface="Nunito Sans"/>
                <a:cs typeface="Nunito Sans"/>
              </a:defRPr>
            </a:lvl2pPr>
            <a:lvl3pPr>
              <a:defRPr sz="1200" b="0" i="0">
                <a:solidFill>
                  <a:srgbClr val="506B82"/>
                </a:solidFill>
                <a:latin typeface="Nunito Sans"/>
                <a:ea typeface="Nunito Sans"/>
                <a:cs typeface="Nunito Sans"/>
              </a:defRPr>
            </a:lvl3pPr>
            <a:lvl4pPr>
              <a:defRPr sz="1200" b="0" i="0">
                <a:solidFill>
                  <a:srgbClr val="506B82"/>
                </a:solidFill>
                <a:latin typeface="Nunito Sans"/>
                <a:ea typeface="Nunito Sans"/>
                <a:cs typeface="Nunito Sans"/>
              </a:defRPr>
            </a:lvl4pPr>
            <a:lvl5pPr>
              <a:defRPr sz="1200" b="0" i="0">
                <a:solidFill>
                  <a:srgbClr val="506B82"/>
                </a:solidFill>
                <a:latin typeface="Nunito Sans"/>
                <a:ea typeface="Nunito Sans"/>
                <a:cs typeface="Nunito Sans"/>
              </a:defRPr>
            </a:lvl5pPr>
            <a:lvl6pPr>
              <a:defRPr sz="1200" b="0" i="0">
                <a:solidFill>
                  <a:srgbClr val="506B82"/>
                </a:solidFill>
                <a:latin typeface="Nunito Sans"/>
                <a:ea typeface="Nunito Sans"/>
                <a:cs typeface="Nunito Sans"/>
              </a:defRPr>
            </a:lvl6pPr>
            <a:lvl7pPr>
              <a:defRPr sz="1200" b="0" i="0">
                <a:solidFill>
                  <a:srgbClr val="506B82"/>
                </a:solidFill>
                <a:latin typeface="Nunito Sans"/>
                <a:ea typeface="Nunito Sans"/>
                <a:cs typeface="Nunito Sans"/>
              </a:defRPr>
            </a:lvl7pPr>
            <a:lvl8pPr>
              <a:defRPr sz="1200" b="0" i="0">
                <a:solidFill>
                  <a:srgbClr val="506B82"/>
                </a:solidFill>
                <a:latin typeface="Nunito Sans"/>
                <a:ea typeface="Nunito Sans"/>
                <a:cs typeface="Nunito Sans"/>
              </a:defRPr>
            </a:lvl8pPr>
            <a:lvl9pPr>
              <a:defRPr sz="1200" b="0" i="0">
                <a:solidFill>
                  <a:srgbClr val="506B82"/>
                </a:solidFill>
                <a:latin typeface="Nunito Sans"/>
                <a:ea typeface="Nunito Sans"/>
                <a:cs typeface="Nunito Sans"/>
              </a:defRPr>
            </a:lvl9pPr>
          </a:lstStyle>
          <a:p xmlns:a="http://schemas.openxmlformats.org/drawingml/2006/main">
            <a:pPr>
              <a:defRPr sz="1200" b="0" i="0">
                <a:solidFill>
                  <a:srgbClr val="506B82"/>
                </a:solidFill>
                <a:latin typeface="Nunito Sans"/>
                <a:ea typeface="Nunito Sans"/>
                <a:cs typeface="Nunito Sans"/>
              </a:defRPr>
            </a:pPr>
            <a:r>
              <a:rPr sz="1200" b="0" i="0">
                <a:solidFill>
                  <a:srgbClr val="506B82"/>
                </a:solidFill>
                <a:latin typeface="Nunito Sans"/>
                <a:ea typeface="Nunito Sans"/>
                <a:cs typeface="Nunito Sans"/>
              </a:rPr>
              <a:t>Map data © OpenStreetMap contributors.</a:t>
            </a:r>
          </a:p>
        </p:txBody>
      </p:sp>
    </p:spTree>
    <p:extLst>
      <p:ext uri="{BB962C8B-B14F-4D97-AF65-F5344CB8AC3E}">
        <p14:creationId xmlns:p14="http://schemas.microsoft.com/office/powerpoint/2010/main" val="99486544"/>
      </p:ext>
    </p:extLst>
  </p:cSld>
</p:sld>
</file>

<file path=ppt/slides/slide5.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3C5F33-BFE0-4917-A1BC-1E8153182DC3}"/>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05</a:t>
            </a:r>
          </a:p>
        </p:txBody>
      </p:sp>
      <p:sp>
        <p:nvSpPr>
          <p:cNvPr id="2" name="">
            <a:extLst xmlns:a="http://schemas.openxmlformats.org/drawingml/2006/main">
              <a:ext uri="{FF2B5EF4-FFF2-40B4-BE49-F238E27FC236}">
                <a16:creationId xmlns:a16="http://schemas.microsoft.com/office/drawing/2014/main" id="{59CB71CA-99F3-4084-92CE-CB568FCE46A1}"/>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4F269567-1E30-44F5-9AED-F4647700F95F}"/>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59B5189E-C35D-4D5F-8F1A-1FC4B82A784A}"/>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Human review</a:t>
            </a:r>
          </a:p>
        </p:txBody>
      </p:sp>
      <p:sp>
        <p:nvSpPr>
          <p:cNvPr id="5" name="">
            <a:extLst xmlns:a="http://schemas.openxmlformats.org/drawingml/2006/main">
              <a:ext uri="{FF2B5EF4-FFF2-40B4-BE49-F238E27FC236}">
                <a16:creationId xmlns:a16="http://schemas.microsoft.com/office/drawing/2014/main" id="{434ED472-6647-4F6A-94E3-73F731D751D0}"/>
              </a:ext>
            </a:extLst>
          </p:cNvPr>
          <p:cNvSpPr>
            <a:spLocks xmlns:a="http://schemas.openxmlformats.org/drawingml/2006/main" noGrp="1"/>
          </p:cNvSpPr>
          <p:nvPr/>
        </p:nvSpPr>
        <p:spPr>
          <a:xfrm xmlns:a="http://schemas.openxmlformats.org/drawingml/2006/main">
            <a:off x="533400" y="1104900"/>
            <a:ext cx="1095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950" b="1" i="0">
                <a:solidFill>
                  <a:srgbClr val="233D54"/>
                </a:solidFill>
                <a:latin typeface="Nunito Sans"/>
                <a:ea typeface="Nunito Sans"/>
                <a:cs typeface="Nunito Sans"/>
              </a:defRPr>
            </a:defPPr>
            <a:lvl1pPr>
              <a:defRPr sz="4950" b="1" i="0">
                <a:solidFill>
                  <a:srgbClr val="233D54"/>
                </a:solidFill>
                <a:latin typeface="Nunito Sans"/>
                <a:ea typeface="Nunito Sans"/>
                <a:cs typeface="Nunito Sans"/>
              </a:defRPr>
            </a:lvl1pPr>
            <a:lvl2pPr>
              <a:defRPr sz="4950" b="1" i="0">
                <a:solidFill>
                  <a:srgbClr val="233D54"/>
                </a:solidFill>
                <a:latin typeface="Nunito Sans"/>
                <a:ea typeface="Nunito Sans"/>
                <a:cs typeface="Nunito Sans"/>
              </a:defRPr>
            </a:lvl2pPr>
            <a:lvl3pPr>
              <a:defRPr sz="4950" b="1" i="0">
                <a:solidFill>
                  <a:srgbClr val="233D54"/>
                </a:solidFill>
                <a:latin typeface="Nunito Sans"/>
                <a:ea typeface="Nunito Sans"/>
                <a:cs typeface="Nunito Sans"/>
              </a:defRPr>
            </a:lvl3pPr>
            <a:lvl4pPr>
              <a:defRPr sz="4950" b="1" i="0">
                <a:solidFill>
                  <a:srgbClr val="233D54"/>
                </a:solidFill>
                <a:latin typeface="Nunito Sans"/>
                <a:ea typeface="Nunito Sans"/>
                <a:cs typeface="Nunito Sans"/>
              </a:defRPr>
            </a:lvl4pPr>
            <a:lvl5pPr>
              <a:defRPr sz="4950" b="1" i="0">
                <a:solidFill>
                  <a:srgbClr val="233D54"/>
                </a:solidFill>
                <a:latin typeface="Nunito Sans"/>
                <a:ea typeface="Nunito Sans"/>
                <a:cs typeface="Nunito Sans"/>
              </a:defRPr>
            </a:lvl5pPr>
            <a:lvl6pPr>
              <a:defRPr sz="4950" b="1" i="0">
                <a:solidFill>
                  <a:srgbClr val="233D54"/>
                </a:solidFill>
                <a:latin typeface="Nunito Sans"/>
                <a:ea typeface="Nunito Sans"/>
                <a:cs typeface="Nunito Sans"/>
              </a:defRPr>
            </a:lvl6pPr>
            <a:lvl7pPr>
              <a:defRPr sz="4950" b="1" i="0">
                <a:solidFill>
                  <a:srgbClr val="233D54"/>
                </a:solidFill>
                <a:latin typeface="Nunito Sans"/>
                <a:ea typeface="Nunito Sans"/>
                <a:cs typeface="Nunito Sans"/>
              </a:defRPr>
            </a:lvl7pPr>
            <a:lvl8pPr>
              <a:defRPr sz="4950" b="1" i="0">
                <a:solidFill>
                  <a:srgbClr val="233D54"/>
                </a:solidFill>
                <a:latin typeface="Nunito Sans"/>
                <a:ea typeface="Nunito Sans"/>
                <a:cs typeface="Nunito Sans"/>
              </a:defRPr>
            </a:lvl8pPr>
            <a:lvl9pPr>
              <a:defRPr sz="4950" b="1" i="0">
                <a:solidFill>
                  <a:srgbClr val="233D54"/>
                </a:solidFill>
                <a:latin typeface="Nunito Sans"/>
                <a:ea typeface="Nunito Sans"/>
                <a:cs typeface="Nunito Sans"/>
              </a:defRPr>
            </a:lvl9pPr>
          </a:lstStyle>
          <a:p xmlns:a="http://schemas.openxmlformats.org/drawingml/2006/main">
            <a:pPr>
              <a:defRPr sz="4950" b="1" i="0">
                <a:solidFill>
                  <a:srgbClr val="233D54"/>
                </a:solidFill>
                <a:latin typeface="Nunito Sans"/>
                <a:ea typeface="Nunito Sans"/>
                <a:cs typeface="Nunito Sans"/>
              </a:defRPr>
            </a:pPr>
            <a:r>
              <a:rPr sz="4950" b="1" i="0">
                <a:solidFill>
                  <a:srgbClr val="233D54"/>
                </a:solidFill>
                <a:latin typeface="Nunito Sans"/>
                <a:ea typeface="Nunito Sans"/>
                <a:cs typeface="Nunito Sans"/>
              </a:rPr>
              <a:t>If the location is missing,</a:t>
            </a:r>
          </a:p>
          <a:p xmlns:a="http://schemas.openxmlformats.org/drawingml/2006/main">
            <a:pPr>
              <a:defRPr sz="4950" b="1" i="0">
                <a:solidFill>
                  <a:srgbClr val="233D54"/>
                </a:solidFill>
                <a:latin typeface="Nunito Sans"/>
                <a:ea typeface="Nunito Sans"/>
                <a:cs typeface="Nunito Sans"/>
              </a:defRPr>
            </a:pPr>
            <a:r>
              <a:rPr sz="4950" b="1" i="0">
                <a:solidFill>
                  <a:srgbClr val="233D54"/>
                </a:solidFill>
                <a:latin typeface="Nunito Sans"/>
                <a:ea typeface="Nunito Sans"/>
                <a:cs typeface="Nunito Sans"/>
              </a:rPr>
              <a:t>the route waits.</a:t>
            </a:r>
          </a:p>
        </p:txBody>
      </p:sp>
      <p:sp>
        <p:nvSpPr>
          <p:cNvPr id="6" name="">
            <a:extLst xmlns:a="http://schemas.openxmlformats.org/drawingml/2006/main">
              <a:ext uri="{FF2B5EF4-FFF2-40B4-BE49-F238E27FC236}">
                <a16:creationId xmlns:a16="http://schemas.microsoft.com/office/drawing/2014/main" id="{FB96B03D-454D-40B3-B177-25B5DA735E36}"/>
              </a:ext>
            </a:extLst>
          </p:cNvPr>
          <p:cNvSpPr>
            <a:spLocks xmlns:a="http://schemas.openxmlformats.org/drawingml/2006/main" noGrp="1"/>
          </p:cNvSpPr>
          <p:nvPr/>
        </p:nvSpPr>
        <p:spPr>
          <a:xfrm xmlns:a="http://schemas.openxmlformats.org/drawingml/2006/main">
            <a:off x="571500" y="32766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i="0">
                <a:solidFill>
                  <a:srgbClr val="506B82"/>
                </a:solidFill>
                <a:latin typeface="Nunito Sans"/>
                <a:ea typeface="Nunito Sans"/>
                <a:cs typeface="Nunito Sans"/>
              </a:defRPr>
            </a:defPPr>
            <a:lvl1pPr>
              <a:defRPr sz="2325" b="0" i="0">
                <a:solidFill>
                  <a:srgbClr val="506B82"/>
                </a:solidFill>
                <a:latin typeface="Nunito Sans"/>
                <a:ea typeface="Nunito Sans"/>
                <a:cs typeface="Nunito Sans"/>
              </a:defRPr>
            </a:lvl1pPr>
            <a:lvl2pPr>
              <a:defRPr sz="2325" b="0" i="0">
                <a:solidFill>
                  <a:srgbClr val="506B82"/>
                </a:solidFill>
                <a:latin typeface="Nunito Sans"/>
                <a:ea typeface="Nunito Sans"/>
                <a:cs typeface="Nunito Sans"/>
              </a:defRPr>
            </a:lvl2pPr>
            <a:lvl3pPr>
              <a:defRPr sz="2325" b="0" i="0">
                <a:solidFill>
                  <a:srgbClr val="506B82"/>
                </a:solidFill>
                <a:latin typeface="Nunito Sans"/>
                <a:ea typeface="Nunito Sans"/>
                <a:cs typeface="Nunito Sans"/>
              </a:defRPr>
            </a:lvl3pPr>
            <a:lvl4pPr>
              <a:defRPr sz="2325" b="0" i="0">
                <a:solidFill>
                  <a:srgbClr val="506B82"/>
                </a:solidFill>
                <a:latin typeface="Nunito Sans"/>
                <a:ea typeface="Nunito Sans"/>
                <a:cs typeface="Nunito Sans"/>
              </a:defRPr>
            </a:lvl4pPr>
            <a:lvl5pPr>
              <a:defRPr sz="2325" b="0" i="0">
                <a:solidFill>
                  <a:srgbClr val="506B82"/>
                </a:solidFill>
                <a:latin typeface="Nunito Sans"/>
                <a:ea typeface="Nunito Sans"/>
                <a:cs typeface="Nunito Sans"/>
              </a:defRPr>
            </a:lvl5pPr>
            <a:lvl6pPr>
              <a:defRPr sz="2325" b="0" i="0">
                <a:solidFill>
                  <a:srgbClr val="506B82"/>
                </a:solidFill>
                <a:latin typeface="Nunito Sans"/>
                <a:ea typeface="Nunito Sans"/>
                <a:cs typeface="Nunito Sans"/>
              </a:defRPr>
            </a:lvl6pPr>
            <a:lvl7pPr>
              <a:defRPr sz="2325" b="0" i="0">
                <a:solidFill>
                  <a:srgbClr val="506B82"/>
                </a:solidFill>
                <a:latin typeface="Nunito Sans"/>
                <a:ea typeface="Nunito Sans"/>
                <a:cs typeface="Nunito Sans"/>
              </a:defRPr>
            </a:lvl7pPr>
            <a:lvl8pPr>
              <a:defRPr sz="2325" b="0" i="0">
                <a:solidFill>
                  <a:srgbClr val="506B82"/>
                </a:solidFill>
                <a:latin typeface="Nunito Sans"/>
                <a:ea typeface="Nunito Sans"/>
                <a:cs typeface="Nunito Sans"/>
              </a:defRPr>
            </a:lvl8pPr>
            <a:lvl9pPr>
              <a:defRPr sz="2325" b="0" i="0">
                <a:solidFill>
                  <a:srgbClr val="506B82"/>
                </a:solidFill>
                <a:latin typeface="Nunito Sans"/>
                <a:ea typeface="Nunito Sans"/>
                <a:cs typeface="Nunito Sans"/>
              </a:defRPr>
            </a:lvl9pPr>
          </a:lstStyle>
          <a:p xmlns:a="http://schemas.openxmlformats.org/drawingml/2006/main">
            <a:pPr>
              <a:defRPr sz="2325" b="0" i="0">
                <a:solidFill>
                  <a:srgbClr val="506B82"/>
                </a:solidFill>
                <a:latin typeface="Nunito Sans"/>
                <a:ea typeface="Nunito Sans"/>
                <a:cs typeface="Nunito Sans"/>
              </a:defRPr>
            </a:pPr>
            <a:r>
              <a:rPr sz="2325" b="0" i="0">
                <a:solidFill>
                  <a:srgbClr val="506B82"/>
                </a:solidFill>
                <a:latin typeface="Nunito Sans"/>
                <a:ea typeface="Nunito Sans"/>
                <a:cs typeface="Nunito Sans"/>
              </a:rPr>
              <a:t>Uncertainty stays in the case until someone resolves it.</a:t>
            </a:r>
          </a:p>
        </p:txBody>
      </p:sp>
      <p:sp>
        <p:nvSpPr>
          <p:cNvPr id="7" name="">
            <a:extLst xmlns:a="http://schemas.openxmlformats.org/drawingml/2006/main">
              <a:ext uri="{FF2B5EF4-FFF2-40B4-BE49-F238E27FC236}">
                <a16:creationId xmlns:a16="http://schemas.microsoft.com/office/drawing/2014/main" id="{BA64FCC8-DB65-4D48-A30E-EC1453DBF044}"/>
              </a:ext>
            </a:extLst>
          </p:cNvPr>
          <p:cNvSpPr>
            <a:spLocks xmlns:a="http://schemas.openxmlformats.org/drawingml/2006/main" noGrp="1"/>
          </p:cNvSpPr>
          <p:nvPr/>
        </p:nvSpPr>
        <p:spPr>
          <a:xfrm xmlns:a="http://schemas.openxmlformats.org/drawingml/2006/main">
            <a:off x="2139883" y="4391025"/>
            <a:ext cx="7864608" cy="1657350"/>
          </a:xfrm>
          <a:prstGeom xmlns:a="http://schemas.openxmlformats.org/drawingml/2006/main" prst="roundRect">
            <a:avLst>
              <a:gd name="adj" fmla="val 12644"/>
            </a:avLst>
          </a:prstGeom>
          <a:solidFill xmlns:a="http://schemas.openxmlformats.org/drawingml/2006/main">
            <a:srgbClr val="FFFFFF"/>
          </a:solidFill>
          <a:ln xmlns:a="http://schemas.openxmlformats.org/drawingml/2006/main" w="9525">
            <a:solidFill>
              <a:srgbClr val="BED3E7"/>
            </a:solidFill>
          </a:ln>
        </p:spPr>
      </p:sp>
      <p:pic>
        <p:nvPicPr>
          <p:cNvPr id="8" name="">
            <a:extLst xmlns:a="http://schemas.openxmlformats.org/drawingml/2006/main">
              <a:ext uri="{FF2B5EF4-FFF2-40B4-BE49-F238E27FC236}">
                <a16:creationId xmlns:a16="http://schemas.microsoft.com/office/drawing/2014/main" id="{2B532585-283E-4F7C-8498-FEC4A0C9C418}"/>
              </a:ext>
            </a:extLst>
          </p:cNvPr>
          <p:cNvPicPr>
            <a:picLocks xmlns:a="http://schemas.openxmlformats.org/drawingml/2006/main" noChangeAspect="1"/>
          </p:cNvPicPr>
          <p:nvPr/>
        </p:nvPicPr>
        <p:blipFill>
          <a:blip xmlns:r="http://schemas.openxmlformats.org/officeDocument/2006/relationships" xmlns:a="http://schemas.openxmlformats.org/drawingml/2006/main" r:embed="R5e89baf87cbc43ef"/>
          <a:stretch xmlns:a="http://schemas.openxmlformats.org/drawingml/2006/main"/>
        </p:blipFill>
        <p:spPr>
          <a:xfrm xmlns:a="http://schemas.openxmlformats.org/drawingml/2006/main">
            <a:off x="2254183" y="4505325"/>
            <a:ext cx="7636008" cy="1428750"/>
          </a:xfrm>
          <a:prstGeom xmlns:a="http://schemas.openxmlformats.org/drawingml/2006/main" prst="roundRect">
            <a:avLst>
              <a:gd name="adj" fmla="val 8000"/>
            </a:avLst>
          </a:prstGeom>
        </p:spPr>
      </p:pic>
    </p:spTree>
    <p:extLst>
      <p:ext uri="{BB962C8B-B14F-4D97-AF65-F5344CB8AC3E}">
        <p14:creationId xmlns:p14="http://schemas.microsoft.com/office/powerpoint/2010/main" val="932281038"/>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6747D2C-7149-4CCC-BF43-54FFE99EDA03}"/>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06</a:t>
            </a:r>
          </a:p>
        </p:txBody>
      </p:sp>
      <p:sp>
        <p:nvSpPr>
          <p:cNvPr id="2" name="">
            <a:extLst xmlns:a="http://schemas.openxmlformats.org/drawingml/2006/main">
              <a:ext uri="{FF2B5EF4-FFF2-40B4-BE49-F238E27FC236}">
                <a16:creationId xmlns:a16="http://schemas.microsoft.com/office/drawing/2014/main" id="{70C888FD-F393-4FC3-8354-F482706CA579}"/>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66C05EF2-D72F-494B-89DE-0C59FA7982F9}"/>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2393BC88-2849-4FD7-9D9D-497C97291635}"/>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Everyday and government use</a:t>
            </a:r>
          </a:p>
        </p:txBody>
      </p:sp>
      <p:sp>
        <p:nvSpPr>
          <p:cNvPr id="5" name="">
            <a:extLst xmlns:a="http://schemas.openxmlformats.org/drawingml/2006/main">
              <a:ext uri="{FF2B5EF4-FFF2-40B4-BE49-F238E27FC236}">
                <a16:creationId xmlns:a16="http://schemas.microsoft.com/office/drawing/2014/main" id="{1821EBAE-1165-4053-9FFC-3185C4B82063}"/>
              </a:ext>
            </a:extLst>
          </p:cNvPr>
          <p:cNvSpPr>
            <a:spLocks xmlns:a="http://schemas.openxmlformats.org/drawingml/2006/main" noGrp="1"/>
          </p:cNvSpPr>
          <p:nvPr/>
        </p:nvSpPr>
        <p:spPr>
          <a:xfrm xmlns:a="http://schemas.openxmlformats.org/drawingml/2006/main">
            <a:off x="533400" y="828675"/>
            <a:ext cx="11049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75" b="1" i="0">
                <a:solidFill>
                  <a:srgbClr val="233D54"/>
                </a:solidFill>
                <a:latin typeface="Nunito Sans"/>
                <a:ea typeface="Nunito Sans"/>
                <a:cs typeface="Nunito Sans"/>
              </a:defRPr>
            </a:defPPr>
            <a:lvl1pPr>
              <a:defRPr sz="3975" b="1" i="0">
                <a:solidFill>
                  <a:srgbClr val="233D54"/>
                </a:solidFill>
                <a:latin typeface="Nunito Sans"/>
                <a:ea typeface="Nunito Sans"/>
                <a:cs typeface="Nunito Sans"/>
              </a:defRPr>
            </a:lvl1pPr>
            <a:lvl2pPr>
              <a:defRPr sz="3975" b="1" i="0">
                <a:solidFill>
                  <a:srgbClr val="233D54"/>
                </a:solidFill>
                <a:latin typeface="Nunito Sans"/>
                <a:ea typeface="Nunito Sans"/>
                <a:cs typeface="Nunito Sans"/>
              </a:defRPr>
            </a:lvl2pPr>
            <a:lvl3pPr>
              <a:defRPr sz="3975" b="1" i="0">
                <a:solidFill>
                  <a:srgbClr val="233D54"/>
                </a:solidFill>
                <a:latin typeface="Nunito Sans"/>
                <a:ea typeface="Nunito Sans"/>
                <a:cs typeface="Nunito Sans"/>
              </a:defRPr>
            </a:lvl3pPr>
            <a:lvl4pPr>
              <a:defRPr sz="3975" b="1" i="0">
                <a:solidFill>
                  <a:srgbClr val="233D54"/>
                </a:solidFill>
                <a:latin typeface="Nunito Sans"/>
                <a:ea typeface="Nunito Sans"/>
                <a:cs typeface="Nunito Sans"/>
              </a:defRPr>
            </a:lvl4pPr>
            <a:lvl5pPr>
              <a:defRPr sz="3975" b="1" i="0">
                <a:solidFill>
                  <a:srgbClr val="233D54"/>
                </a:solidFill>
                <a:latin typeface="Nunito Sans"/>
                <a:ea typeface="Nunito Sans"/>
                <a:cs typeface="Nunito Sans"/>
              </a:defRPr>
            </a:lvl5pPr>
            <a:lvl6pPr>
              <a:defRPr sz="3975" b="1" i="0">
                <a:solidFill>
                  <a:srgbClr val="233D54"/>
                </a:solidFill>
                <a:latin typeface="Nunito Sans"/>
                <a:ea typeface="Nunito Sans"/>
                <a:cs typeface="Nunito Sans"/>
              </a:defRPr>
            </a:lvl6pPr>
            <a:lvl7pPr>
              <a:defRPr sz="3975" b="1" i="0">
                <a:solidFill>
                  <a:srgbClr val="233D54"/>
                </a:solidFill>
                <a:latin typeface="Nunito Sans"/>
                <a:ea typeface="Nunito Sans"/>
                <a:cs typeface="Nunito Sans"/>
              </a:defRPr>
            </a:lvl7pPr>
            <a:lvl8pPr>
              <a:defRPr sz="3975" b="1" i="0">
                <a:solidFill>
                  <a:srgbClr val="233D54"/>
                </a:solidFill>
                <a:latin typeface="Nunito Sans"/>
                <a:ea typeface="Nunito Sans"/>
                <a:cs typeface="Nunito Sans"/>
              </a:defRPr>
            </a:lvl8pPr>
            <a:lvl9pPr>
              <a:defRPr sz="3975" b="1" i="0">
                <a:solidFill>
                  <a:srgbClr val="233D54"/>
                </a:solidFill>
                <a:latin typeface="Nunito Sans"/>
                <a:ea typeface="Nunito Sans"/>
                <a:cs typeface="Nunito Sans"/>
              </a:defRPr>
            </a:lvl9pPr>
          </a:lstStyle>
          <a:p xmlns:a="http://schemas.openxmlformats.org/drawingml/2006/main">
            <a:pPr>
              <a:defRPr sz="3975" b="1" i="0">
                <a:solidFill>
                  <a:srgbClr val="233D54"/>
                </a:solidFill>
                <a:latin typeface="Nunito Sans"/>
                <a:ea typeface="Nunito Sans"/>
                <a:cs typeface="Nunito Sans"/>
              </a:defRPr>
            </a:pPr>
            <a:r>
              <a:rPr sz="3975" b="1" i="0">
                <a:solidFill>
                  <a:srgbClr val="233D54"/>
                </a:solidFill>
                <a:latin typeface="Nunito Sans"/>
                <a:ea typeface="Nunito Sans"/>
                <a:cs typeface="Nunito Sans"/>
              </a:rPr>
              <a:t>Everyday operations and</a:t>
            </a:r>
          </a:p>
          <a:p xmlns:a="http://schemas.openxmlformats.org/drawingml/2006/main">
            <a:pPr>
              <a:defRPr sz="3975" b="1" i="0">
                <a:solidFill>
                  <a:srgbClr val="233D54"/>
                </a:solidFill>
                <a:latin typeface="Nunito Sans"/>
                <a:ea typeface="Nunito Sans"/>
                <a:cs typeface="Nunito Sans"/>
              </a:defRPr>
            </a:pPr>
            <a:r>
              <a:rPr sz="3975" b="1" i="0">
                <a:solidFill>
                  <a:srgbClr val="233D54"/>
                </a:solidFill>
                <a:latin typeface="Nunito Sans"/>
                <a:ea typeface="Nunito Sans"/>
                <a:cs typeface="Nunito Sans"/>
              </a:rPr>
              <a:t>emergency response</a:t>
            </a:r>
          </a:p>
        </p:txBody>
      </p:sp>
      <p:sp>
        <p:nvSpPr>
          <p:cNvPr id="6" name="">
            <a:extLst xmlns:a="http://schemas.openxmlformats.org/drawingml/2006/main">
              <a:ext uri="{FF2B5EF4-FFF2-40B4-BE49-F238E27FC236}">
                <a16:creationId xmlns:a16="http://schemas.microsoft.com/office/drawing/2014/main" id="{6B8C622D-FA09-49CB-8072-C51C332AED9B}"/>
              </a:ext>
            </a:extLst>
          </p:cNvPr>
          <p:cNvSpPr>
            <a:spLocks xmlns:a="http://schemas.openxmlformats.org/drawingml/2006/main" noGrp="1"/>
          </p:cNvSpPr>
          <p:nvPr/>
        </p:nvSpPr>
        <p:spPr>
          <a:xfrm xmlns:a="http://schemas.openxmlformats.org/drawingml/2006/main">
            <a:off x="542925" y="25050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i="0">
                <a:solidFill>
                  <a:srgbClr val="2868AA"/>
                </a:solidFill>
                <a:latin typeface="Nunito Sans"/>
                <a:ea typeface="Nunito Sans"/>
                <a:cs typeface="Nunito Sans"/>
              </a:defRPr>
            </a:defPPr>
            <a:lvl1pPr>
              <a:defRPr sz="2400" b="1" i="0">
                <a:solidFill>
                  <a:srgbClr val="2868AA"/>
                </a:solidFill>
                <a:latin typeface="Nunito Sans"/>
                <a:ea typeface="Nunito Sans"/>
                <a:cs typeface="Nunito Sans"/>
              </a:defRPr>
            </a:lvl1pPr>
            <a:lvl2pPr>
              <a:defRPr sz="2400" b="1" i="0">
                <a:solidFill>
                  <a:srgbClr val="2868AA"/>
                </a:solidFill>
                <a:latin typeface="Nunito Sans"/>
                <a:ea typeface="Nunito Sans"/>
                <a:cs typeface="Nunito Sans"/>
              </a:defRPr>
            </a:lvl2pPr>
            <a:lvl3pPr>
              <a:defRPr sz="2400" b="1" i="0">
                <a:solidFill>
                  <a:srgbClr val="2868AA"/>
                </a:solidFill>
                <a:latin typeface="Nunito Sans"/>
                <a:ea typeface="Nunito Sans"/>
                <a:cs typeface="Nunito Sans"/>
              </a:defRPr>
            </a:lvl3pPr>
            <a:lvl4pPr>
              <a:defRPr sz="2400" b="1" i="0">
                <a:solidFill>
                  <a:srgbClr val="2868AA"/>
                </a:solidFill>
                <a:latin typeface="Nunito Sans"/>
                <a:ea typeface="Nunito Sans"/>
                <a:cs typeface="Nunito Sans"/>
              </a:defRPr>
            </a:lvl4pPr>
            <a:lvl5pPr>
              <a:defRPr sz="2400" b="1" i="0">
                <a:solidFill>
                  <a:srgbClr val="2868AA"/>
                </a:solidFill>
                <a:latin typeface="Nunito Sans"/>
                <a:ea typeface="Nunito Sans"/>
                <a:cs typeface="Nunito Sans"/>
              </a:defRPr>
            </a:lvl5pPr>
            <a:lvl6pPr>
              <a:defRPr sz="2400" b="1" i="0">
                <a:solidFill>
                  <a:srgbClr val="2868AA"/>
                </a:solidFill>
                <a:latin typeface="Nunito Sans"/>
                <a:ea typeface="Nunito Sans"/>
                <a:cs typeface="Nunito Sans"/>
              </a:defRPr>
            </a:lvl6pPr>
            <a:lvl7pPr>
              <a:defRPr sz="2400" b="1" i="0">
                <a:solidFill>
                  <a:srgbClr val="2868AA"/>
                </a:solidFill>
                <a:latin typeface="Nunito Sans"/>
                <a:ea typeface="Nunito Sans"/>
                <a:cs typeface="Nunito Sans"/>
              </a:defRPr>
            </a:lvl7pPr>
            <a:lvl8pPr>
              <a:defRPr sz="2400" b="1" i="0">
                <a:solidFill>
                  <a:srgbClr val="2868AA"/>
                </a:solidFill>
                <a:latin typeface="Nunito Sans"/>
                <a:ea typeface="Nunito Sans"/>
                <a:cs typeface="Nunito Sans"/>
              </a:defRPr>
            </a:lvl8pPr>
            <a:lvl9pPr>
              <a:defRPr sz="2400" b="1" i="0">
                <a:solidFill>
                  <a:srgbClr val="2868AA"/>
                </a:solidFill>
                <a:latin typeface="Nunito Sans"/>
                <a:ea typeface="Nunito Sans"/>
                <a:cs typeface="Nunito Sans"/>
              </a:defRPr>
            </a:lvl9pPr>
          </a:lstStyle>
          <a:p xmlns:a="http://schemas.openxmlformats.org/drawingml/2006/main">
            <a:pPr>
              <a:defRPr sz="2400" b="1" i="0">
                <a:solidFill>
                  <a:srgbClr val="2868AA"/>
                </a:solidFill>
                <a:latin typeface="Nunito Sans"/>
                <a:ea typeface="Nunito Sans"/>
                <a:cs typeface="Nunito Sans"/>
              </a:defRPr>
            </a:pPr>
            <a:r>
              <a:rPr sz="2400" b="1" i="0">
                <a:solidFill>
                  <a:srgbClr val="2868AA"/>
                </a:solidFill>
                <a:latin typeface="Nunito Sans"/>
                <a:ea typeface="Nunito Sans"/>
                <a:cs typeface="Nunito Sans"/>
              </a:rPr>
              <a:t>Everyday facilities</a:t>
            </a:r>
          </a:p>
        </p:txBody>
      </p:sp>
      <p:sp>
        <p:nvSpPr>
          <p:cNvPr id="7" name="">
            <a:extLst xmlns:a="http://schemas.openxmlformats.org/drawingml/2006/main">
              <a:ext uri="{FF2B5EF4-FFF2-40B4-BE49-F238E27FC236}">
                <a16:creationId xmlns:a16="http://schemas.microsoft.com/office/drawing/2014/main" id="{E20B2627-9A14-46A8-BF6F-E7A6EA098587}"/>
              </a:ext>
            </a:extLst>
          </p:cNvPr>
          <p:cNvSpPr>
            <a:spLocks xmlns:a="http://schemas.openxmlformats.org/drawingml/2006/main" noGrp="1"/>
          </p:cNvSpPr>
          <p:nvPr/>
        </p:nvSpPr>
        <p:spPr>
          <a:xfrm xmlns:a="http://schemas.openxmlformats.org/drawingml/2006/main">
            <a:off x="542925" y="30194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i="0">
                <a:solidFill>
                  <a:srgbClr val="233D54"/>
                </a:solidFill>
                <a:latin typeface="Nunito Sans"/>
                <a:ea typeface="Nunito Sans"/>
                <a:cs typeface="Nunito Sans"/>
              </a:defRPr>
            </a:defPPr>
            <a:lvl1pPr>
              <a:defRPr sz="1875" b="0" i="0">
                <a:solidFill>
                  <a:srgbClr val="233D54"/>
                </a:solidFill>
                <a:latin typeface="Nunito Sans"/>
                <a:ea typeface="Nunito Sans"/>
                <a:cs typeface="Nunito Sans"/>
              </a:defRPr>
            </a:lvl1pPr>
            <a:lvl2pPr>
              <a:defRPr sz="1875" b="0" i="0">
                <a:solidFill>
                  <a:srgbClr val="233D54"/>
                </a:solidFill>
                <a:latin typeface="Nunito Sans"/>
                <a:ea typeface="Nunito Sans"/>
                <a:cs typeface="Nunito Sans"/>
              </a:defRPr>
            </a:lvl2pPr>
            <a:lvl3pPr>
              <a:defRPr sz="1875" b="0" i="0">
                <a:solidFill>
                  <a:srgbClr val="233D54"/>
                </a:solidFill>
                <a:latin typeface="Nunito Sans"/>
                <a:ea typeface="Nunito Sans"/>
                <a:cs typeface="Nunito Sans"/>
              </a:defRPr>
            </a:lvl3pPr>
            <a:lvl4pPr>
              <a:defRPr sz="1875" b="0" i="0">
                <a:solidFill>
                  <a:srgbClr val="233D54"/>
                </a:solidFill>
                <a:latin typeface="Nunito Sans"/>
                <a:ea typeface="Nunito Sans"/>
                <a:cs typeface="Nunito Sans"/>
              </a:defRPr>
            </a:lvl4pPr>
            <a:lvl5pPr>
              <a:defRPr sz="1875" b="0" i="0">
                <a:solidFill>
                  <a:srgbClr val="233D54"/>
                </a:solidFill>
                <a:latin typeface="Nunito Sans"/>
                <a:ea typeface="Nunito Sans"/>
                <a:cs typeface="Nunito Sans"/>
              </a:defRPr>
            </a:lvl5pPr>
            <a:lvl6pPr>
              <a:defRPr sz="1875" b="0" i="0">
                <a:solidFill>
                  <a:srgbClr val="233D54"/>
                </a:solidFill>
                <a:latin typeface="Nunito Sans"/>
                <a:ea typeface="Nunito Sans"/>
                <a:cs typeface="Nunito Sans"/>
              </a:defRPr>
            </a:lvl6pPr>
            <a:lvl7pPr>
              <a:defRPr sz="1875" b="0" i="0">
                <a:solidFill>
                  <a:srgbClr val="233D54"/>
                </a:solidFill>
                <a:latin typeface="Nunito Sans"/>
                <a:ea typeface="Nunito Sans"/>
                <a:cs typeface="Nunito Sans"/>
              </a:defRPr>
            </a:lvl7pPr>
            <a:lvl8pPr>
              <a:defRPr sz="1875" b="0" i="0">
                <a:solidFill>
                  <a:srgbClr val="233D54"/>
                </a:solidFill>
                <a:latin typeface="Nunito Sans"/>
                <a:ea typeface="Nunito Sans"/>
                <a:cs typeface="Nunito Sans"/>
              </a:defRPr>
            </a:lvl8pPr>
            <a:lvl9pPr>
              <a:defRPr sz="1875" b="0" i="0">
                <a:solidFill>
                  <a:srgbClr val="233D54"/>
                </a:solidFill>
                <a:latin typeface="Nunito Sans"/>
                <a:ea typeface="Nunito Sans"/>
                <a:cs typeface="Nunito Sans"/>
              </a:defRPr>
            </a:lvl9pPr>
          </a:lstStyle>
          <a:p xmlns:a="http://schemas.openxmlformats.org/drawingml/2006/main">
            <a:pPr>
              <a:defRPr sz="1875" b="0" i="0">
                <a:solidFill>
                  <a:srgbClr val="233D54"/>
                </a:solidFill>
                <a:latin typeface="Nunito Sans"/>
                <a:ea typeface="Nunito Sans"/>
                <a:cs typeface="Nunito Sans"/>
              </a:defRPr>
            </a:pPr>
            <a:r>
              <a:rPr sz="1875" b="0" i="0">
                <a:solidFill>
                  <a:srgbClr val="233D54"/>
                </a:solidFill>
                <a:latin typeface="Nunito Sans"/>
                <a:ea typeface="Nunito Sans"/>
                <a:cs typeface="Nunito Sans"/>
              </a:rPr>
              <a:t>Campuses, warehouses and buildings</a:t>
            </a:r>
          </a:p>
        </p:txBody>
      </p:sp>
      <p:sp>
        <p:nvSpPr>
          <p:cNvPr id="8" name="">
            <a:extLst xmlns:a="http://schemas.openxmlformats.org/drawingml/2006/main">
              <a:ext uri="{FF2B5EF4-FFF2-40B4-BE49-F238E27FC236}">
                <a16:creationId xmlns:a16="http://schemas.microsoft.com/office/drawing/2014/main" id="{9F2C3621-69DB-41CF-8DEF-B5C27D201109}"/>
              </a:ext>
            </a:extLst>
          </p:cNvPr>
          <p:cNvSpPr>
            <a:spLocks xmlns:a="http://schemas.openxmlformats.org/drawingml/2006/main" noGrp="1"/>
          </p:cNvSpPr>
          <p:nvPr/>
        </p:nvSpPr>
        <p:spPr>
          <a:xfrm xmlns:a="http://schemas.openxmlformats.org/drawingml/2006/main">
            <a:off x="6467475" y="25050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1" i="0">
                <a:solidFill>
                  <a:srgbClr val="2868AA"/>
                </a:solidFill>
                <a:latin typeface="Nunito Sans"/>
                <a:ea typeface="Nunito Sans"/>
                <a:cs typeface="Nunito Sans"/>
              </a:defRPr>
            </a:defPPr>
            <a:lvl1pPr>
              <a:defRPr sz="2400" b="1" i="0">
                <a:solidFill>
                  <a:srgbClr val="2868AA"/>
                </a:solidFill>
                <a:latin typeface="Nunito Sans"/>
                <a:ea typeface="Nunito Sans"/>
                <a:cs typeface="Nunito Sans"/>
              </a:defRPr>
            </a:lvl1pPr>
            <a:lvl2pPr>
              <a:defRPr sz="2400" b="1" i="0">
                <a:solidFill>
                  <a:srgbClr val="2868AA"/>
                </a:solidFill>
                <a:latin typeface="Nunito Sans"/>
                <a:ea typeface="Nunito Sans"/>
                <a:cs typeface="Nunito Sans"/>
              </a:defRPr>
            </a:lvl2pPr>
            <a:lvl3pPr>
              <a:defRPr sz="2400" b="1" i="0">
                <a:solidFill>
                  <a:srgbClr val="2868AA"/>
                </a:solidFill>
                <a:latin typeface="Nunito Sans"/>
                <a:ea typeface="Nunito Sans"/>
                <a:cs typeface="Nunito Sans"/>
              </a:defRPr>
            </a:lvl3pPr>
            <a:lvl4pPr>
              <a:defRPr sz="2400" b="1" i="0">
                <a:solidFill>
                  <a:srgbClr val="2868AA"/>
                </a:solidFill>
                <a:latin typeface="Nunito Sans"/>
                <a:ea typeface="Nunito Sans"/>
                <a:cs typeface="Nunito Sans"/>
              </a:defRPr>
            </a:lvl4pPr>
            <a:lvl5pPr>
              <a:defRPr sz="2400" b="1" i="0">
                <a:solidFill>
                  <a:srgbClr val="2868AA"/>
                </a:solidFill>
                <a:latin typeface="Nunito Sans"/>
                <a:ea typeface="Nunito Sans"/>
                <a:cs typeface="Nunito Sans"/>
              </a:defRPr>
            </a:lvl5pPr>
            <a:lvl6pPr>
              <a:defRPr sz="2400" b="1" i="0">
                <a:solidFill>
                  <a:srgbClr val="2868AA"/>
                </a:solidFill>
                <a:latin typeface="Nunito Sans"/>
                <a:ea typeface="Nunito Sans"/>
                <a:cs typeface="Nunito Sans"/>
              </a:defRPr>
            </a:lvl6pPr>
            <a:lvl7pPr>
              <a:defRPr sz="2400" b="1" i="0">
                <a:solidFill>
                  <a:srgbClr val="2868AA"/>
                </a:solidFill>
                <a:latin typeface="Nunito Sans"/>
                <a:ea typeface="Nunito Sans"/>
                <a:cs typeface="Nunito Sans"/>
              </a:defRPr>
            </a:lvl7pPr>
            <a:lvl8pPr>
              <a:defRPr sz="2400" b="1" i="0">
                <a:solidFill>
                  <a:srgbClr val="2868AA"/>
                </a:solidFill>
                <a:latin typeface="Nunito Sans"/>
                <a:ea typeface="Nunito Sans"/>
                <a:cs typeface="Nunito Sans"/>
              </a:defRPr>
            </a:lvl8pPr>
            <a:lvl9pPr>
              <a:defRPr sz="2400" b="1" i="0">
                <a:solidFill>
                  <a:srgbClr val="2868AA"/>
                </a:solidFill>
                <a:latin typeface="Nunito Sans"/>
                <a:ea typeface="Nunito Sans"/>
                <a:cs typeface="Nunito Sans"/>
              </a:defRPr>
            </a:lvl9pPr>
          </a:lstStyle>
          <a:p xmlns:a="http://schemas.openxmlformats.org/drawingml/2006/main">
            <a:pPr>
              <a:defRPr sz="2400" b="1" i="0">
                <a:solidFill>
                  <a:srgbClr val="2868AA"/>
                </a:solidFill>
                <a:latin typeface="Nunito Sans"/>
                <a:ea typeface="Nunito Sans"/>
                <a:cs typeface="Nunito Sans"/>
              </a:defRPr>
            </a:pPr>
            <a:r>
              <a:rPr sz="2400" b="1" i="0">
                <a:solidFill>
                  <a:srgbClr val="2868AA"/>
                </a:solidFill>
                <a:latin typeface="Nunito Sans"/>
                <a:ea typeface="Nunito Sans"/>
                <a:cs typeface="Nunito Sans"/>
              </a:rPr>
              <a:t>Emergency responders</a:t>
            </a:r>
          </a:p>
        </p:txBody>
      </p:sp>
      <p:sp>
        <p:nvSpPr>
          <p:cNvPr id="9" name="">
            <a:extLst xmlns:a="http://schemas.openxmlformats.org/drawingml/2006/main">
              <a:ext uri="{FF2B5EF4-FFF2-40B4-BE49-F238E27FC236}">
                <a16:creationId xmlns:a16="http://schemas.microsoft.com/office/drawing/2014/main" id="{FD61B4CD-4B48-4247-9B3C-39A016BC2BC5}"/>
              </a:ext>
            </a:extLst>
          </p:cNvPr>
          <p:cNvSpPr>
            <a:spLocks xmlns:a="http://schemas.openxmlformats.org/drawingml/2006/main" noGrp="1"/>
          </p:cNvSpPr>
          <p:nvPr/>
        </p:nvSpPr>
        <p:spPr>
          <a:xfrm xmlns:a="http://schemas.openxmlformats.org/drawingml/2006/main">
            <a:off x="6467475" y="30194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i="0">
                <a:solidFill>
                  <a:srgbClr val="233D54"/>
                </a:solidFill>
                <a:latin typeface="Nunito Sans"/>
                <a:ea typeface="Nunito Sans"/>
                <a:cs typeface="Nunito Sans"/>
              </a:defRPr>
            </a:defPPr>
            <a:lvl1pPr>
              <a:defRPr sz="1875" b="0" i="0">
                <a:solidFill>
                  <a:srgbClr val="233D54"/>
                </a:solidFill>
                <a:latin typeface="Nunito Sans"/>
                <a:ea typeface="Nunito Sans"/>
                <a:cs typeface="Nunito Sans"/>
              </a:defRPr>
            </a:lvl1pPr>
            <a:lvl2pPr>
              <a:defRPr sz="1875" b="0" i="0">
                <a:solidFill>
                  <a:srgbClr val="233D54"/>
                </a:solidFill>
                <a:latin typeface="Nunito Sans"/>
                <a:ea typeface="Nunito Sans"/>
                <a:cs typeface="Nunito Sans"/>
              </a:defRPr>
            </a:lvl2pPr>
            <a:lvl3pPr>
              <a:defRPr sz="1875" b="0" i="0">
                <a:solidFill>
                  <a:srgbClr val="233D54"/>
                </a:solidFill>
                <a:latin typeface="Nunito Sans"/>
                <a:ea typeface="Nunito Sans"/>
                <a:cs typeface="Nunito Sans"/>
              </a:defRPr>
            </a:lvl3pPr>
            <a:lvl4pPr>
              <a:defRPr sz="1875" b="0" i="0">
                <a:solidFill>
                  <a:srgbClr val="233D54"/>
                </a:solidFill>
                <a:latin typeface="Nunito Sans"/>
                <a:ea typeface="Nunito Sans"/>
                <a:cs typeface="Nunito Sans"/>
              </a:defRPr>
            </a:lvl4pPr>
            <a:lvl5pPr>
              <a:defRPr sz="1875" b="0" i="0">
                <a:solidFill>
                  <a:srgbClr val="233D54"/>
                </a:solidFill>
                <a:latin typeface="Nunito Sans"/>
                <a:ea typeface="Nunito Sans"/>
                <a:cs typeface="Nunito Sans"/>
              </a:defRPr>
            </a:lvl5pPr>
            <a:lvl6pPr>
              <a:defRPr sz="1875" b="0" i="0">
                <a:solidFill>
                  <a:srgbClr val="233D54"/>
                </a:solidFill>
                <a:latin typeface="Nunito Sans"/>
                <a:ea typeface="Nunito Sans"/>
                <a:cs typeface="Nunito Sans"/>
              </a:defRPr>
            </a:lvl6pPr>
            <a:lvl7pPr>
              <a:defRPr sz="1875" b="0" i="0">
                <a:solidFill>
                  <a:srgbClr val="233D54"/>
                </a:solidFill>
                <a:latin typeface="Nunito Sans"/>
                <a:ea typeface="Nunito Sans"/>
                <a:cs typeface="Nunito Sans"/>
              </a:defRPr>
            </a:lvl7pPr>
            <a:lvl8pPr>
              <a:defRPr sz="1875" b="0" i="0">
                <a:solidFill>
                  <a:srgbClr val="233D54"/>
                </a:solidFill>
                <a:latin typeface="Nunito Sans"/>
                <a:ea typeface="Nunito Sans"/>
                <a:cs typeface="Nunito Sans"/>
              </a:defRPr>
            </a:lvl8pPr>
            <a:lvl9pPr>
              <a:defRPr sz="1875" b="0" i="0">
                <a:solidFill>
                  <a:srgbClr val="233D54"/>
                </a:solidFill>
                <a:latin typeface="Nunito Sans"/>
                <a:ea typeface="Nunito Sans"/>
                <a:cs typeface="Nunito Sans"/>
              </a:defRPr>
            </a:lvl9pPr>
          </a:lstStyle>
          <a:p xmlns:a="http://schemas.openxmlformats.org/drawingml/2006/main">
            <a:pPr>
              <a:defRPr sz="1875" b="0" i="0">
                <a:solidFill>
                  <a:srgbClr val="233D54"/>
                </a:solidFill>
                <a:latin typeface="Nunito Sans"/>
                <a:ea typeface="Nunito Sans"/>
                <a:cs typeface="Nunito Sans"/>
              </a:defRPr>
            </a:pPr>
            <a:r>
              <a:rPr sz="1875" b="0" i="0">
                <a:solidFill>
                  <a:srgbClr val="233D54"/>
                </a:solidFill>
                <a:latin typeface="Nunito Sans"/>
                <a:ea typeface="Nunito Sans"/>
                <a:cs typeface="Nunito Sans"/>
              </a:rPr>
              <a:t>Incident surge coordination</a:t>
            </a:r>
          </a:p>
        </p:txBody>
      </p:sp>
      <p:sp>
        <p:nvSpPr>
          <p:cNvPr id="10" name="">
            <a:extLst xmlns:a="http://schemas.openxmlformats.org/drawingml/2006/main">
              <a:ext uri="{FF2B5EF4-FFF2-40B4-BE49-F238E27FC236}">
                <a16:creationId xmlns:a16="http://schemas.microsoft.com/office/drawing/2014/main" id="{6ED2E8F1-6F51-43DB-985B-106CB3BDD2BF}"/>
              </a:ext>
            </a:extLst>
          </p:cNvPr>
          <p:cNvSpPr>
            <a:spLocks xmlns:a="http://schemas.openxmlformats.org/drawingml/2006/main" noGrp="1"/>
          </p:cNvSpPr>
          <p:nvPr/>
        </p:nvSpPr>
        <p:spPr>
          <a:xfrm xmlns:a="http://schemas.openxmlformats.org/drawingml/2006/main">
            <a:off x="1845106" y="3733800"/>
            <a:ext cx="2615339" cy="2362200"/>
          </a:xfrm>
          <a:prstGeom xmlns:a="http://schemas.openxmlformats.org/drawingml/2006/main" prst="roundRect">
            <a:avLst>
              <a:gd name="adj" fmla="val 8871"/>
            </a:avLst>
          </a:prstGeom>
          <a:solidFill xmlns:a="http://schemas.openxmlformats.org/drawingml/2006/main">
            <a:srgbClr val="FFFFFF"/>
          </a:solidFill>
          <a:ln xmlns:a="http://schemas.openxmlformats.org/drawingml/2006/main" w="9525">
            <a:solidFill>
              <a:srgbClr val="BED3E7"/>
            </a:solidFill>
          </a:ln>
        </p:spPr>
      </p:sp>
      <p:pic>
        <p:nvPicPr>
          <p:cNvPr id="11" name="">
            <a:extLst xmlns:a="http://schemas.openxmlformats.org/drawingml/2006/main">
              <a:ext uri="{FF2B5EF4-FFF2-40B4-BE49-F238E27FC236}">
                <a16:creationId xmlns:a16="http://schemas.microsoft.com/office/drawing/2014/main" id="{EE2B92B8-CB6A-469E-B07C-4E5E90E64E63}"/>
              </a:ext>
            </a:extLst>
          </p:cNvPr>
          <p:cNvPicPr>
            <a:picLocks xmlns:a="http://schemas.openxmlformats.org/drawingml/2006/main" noChangeAspect="1"/>
          </p:cNvPicPr>
          <p:nvPr/>
        </p:nvPicPr>
        <p:blipFill>
          <a:blip xmlns:r="http://schemas.openxmlformats.org/officeDocument/2006/relationships" xmlns:a="http://schemas.openxmlformats.org/drawingml/2006/main" r:embed="Rec4808c86f4541ef"/>
          <a:stretch xmlns:a="http://schemas.openxmlformats.org/drawingml/2006/main"/>
        </p:blipFill>
        <p:spPr>
          <a:xfrm xmlns:a="http://schemas.openxmlformats.org/drawingml/2006/main">
            <a:off x="1959406" y="3848100"/>
            <a:ext cx="2386739" cy="2133600"/>
          </a:xfrm>
          <a:prstGeom xmlns:a="http://schemas.openxmlformats.org/drawingml/2006/main" prst="roundRect">
            <a:avLst>
              <a:gd name="adj" fmla="val 5357"/>
            </a:avLst>
          </a:prstGeom>
        </p:spPr>
      </p:pic>
      <p:sp>
        <p:nvSpPr>
          <p:cNvPr id="12" name="">
            <a:extLst xmlns:a="http://schemas.openxmlformats.org/drawingml/2006/main">
              <a:ext uri="{FF2B5EF4-FFF2-40B4-BE49-F238E27FC236}">
                <a16:creationId xmlns:a16="http://schemas.microsoft.com/office/drawing/2014/main" id="{A05CA88E-0C83-4F0B-AE52-3BD371514637}"/>
              </a:ext>
            </a:extLst>
          </p:cNvPr>
          <p:cNvSpPr>
            <a:spLocks xmlns:a="http://schemas.openxmlformats.org/drawingml/2006/main" noGrp="1"/>
          </p:cNvSpPr>
          <p:nvPr/>
        </p:nvSpPr>
        <p:spPr>
          <a:xfrm xmlns:a="http://schemas.openxmlformats.org/drawingml/2006/main">
            <a:off x="7769656" y="3733800"/>
            <a:ext cx="2615339" cy="2362200"/>
          </a:xfrm>
          <a:prstGeom xmlns:a="http://schemas.openxmlformats.org/drawingml/2006/main" prst="roundRect">
            <a:avLst>
              <a:gd name="adj" fmla="val 8871"/>
            </a:avLst>
          </a:prstGeom>
          <a:solidFill xmlns:a="http://schemas.openxmlformats.org/drawingml/2006/main">
            <a:srgbClr val="FFFFFF"/>
          </a:solidFill>
          <a:ln xmlns:a="http://schemas.openxmlformats.org/drawingml/2006/main" w="9525">
            <a:solidFill>
              <a:srgbClr val="BED3E7"/>
            </a:solidFill>
          </a:ln>
        </p:spPr>
      </p:sp>
      <p:pic>
        <p:nvPicPr>
          <p:cNvPr id="13" name="">
            <a:extLst xmlns:a="http://schemas.openxmlformats.org/drawingml/2006/main">
              <a:ext uri="{FF2B5EF4-FFF2-40B4-BE49-F238E27FC236}">
                <a16:creationId xmlns:a16="http://schemas.microsoft.com/office/drawing/2014/main" id="{F3F032B7-3D51-4FF3-B1B0-51C8F22E25D5}"/>
              </a:ext>
            </a:extLst>
          </p:cNvPr>
          <p:cNvPicPr>
            <a:picLocks xmlns:a="http://schemas.openxmlformats.org/drawingml/2006/main" noChangeAspect="1"/>
          </p:cNvPicPr>
          <p:nvPr/>
        </p:nvPicPr>
        <p:blipFill>
          <a:blip xmlns:r="http://schemas.openxmlformats.org/officeDocument/2006/relationships" xmlns:a="http://schemas.openxmlformats.org/drawingml/2006/main" r:embed="Recf962793d13480c"/>
          <a:stretch xmlns:a="http://schemas.openxmlformats.org/drawingml/2006/main"/>
        </p:blipFill>
        <p:spPr>
          <a:xfrm xmlns:a="http://schemas.openxmlformats.org/drawingml/2006/main">
            <a:off x="7883956" y="3848100"/>
            <a:ext cx="2386739" cy="2133600"/>
          </a:xfrm>
          <a:prstGeom xmlns:a="http://schemas.openxmlformats.org/drawingml/2006/main" prst="roundRect">
            <a:avLst>
              <a:gd name="adj" fmla="val 5357"/>
            </a:avLst>
          </a:prstGeom>
        </p:spPr>
      </p:pic>
      <p:sp>
        <p:nvSpPr>
          <p:cNvPr id="14" name="">
            <a:extLst xmlns:a="http://schemas.openxmlformats.org/drawingml/2006/main">
              <a:ext uri="{FF2B5EF4-FFF2-40B4-BE49-F238E27FC236}">
                <a16:creationId xmlns:a16="http://schemas.microsoft.com/office/drawing/2014/main" id="{5561ED29-441B-4F0E-9A94-8745003FC823}"/>
              </a:ext>
            </a:extLst>
          </p:cNvPr>
          <p:cNvSpPr>
            <a:spLocks xmlns:a="http://schemas.openxmlformats.org/drawingml/2006/main" noGrp="1"/>
          </p:cNvSpPr>
          <p:nvPr/>
        </p:nvSpPr>
        <p:spPr>
          <a:xfrm xmlns:a="http://schemas.openxmlformats.org/drawingml/2006/main">
            <a:off x="5429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i="0">
                <a:solidFill>
                  <a:srgbClr val="506B82"/>
                </a:solidFill>
                <a:latin typeface="Nunito Sans"/>
                <a:ea typeface="Nunito Sans"/>
                <a:cs typeface="Nunito Sans"/>
              </a:defRPr>
            </a:defPPr>
            <a:lvl1pPr>
              <a:defRPr sz="1200" b="0" i="0">
                <a:solidFill>
                  <a:srgbClr val="506B82"/>
                </a:solidFill>
                <a:latin typeface="Nunito Sans"/>
                <a:ea typeface="Nunito Sans"/>
                <a:cs typeface="Nunito Sans"/>
              </a:defRPr>
            </a:lvl1pPr>
            <a:lvl2pPr>
              <a:defRPr sz="1200" b="0" i="0">
                <a:solidFill>
                  <a:srgbClr val="506B82"/>
                </a:solidFill>
                <a:latin typeface="Nunito Sans"/>
                <a:ea typeface="Nunito Sans"/>
                <a:cs typeface="Nunito Sans"/>
              </a:defRPr>
            </a:lvl2pPr>
            <a:lvl3pPr>
              <a:defRPr sz="1200" b="0" i="0">
                <a:solidFill>
                  <a:srgbClr val="506B82"/>
                </a:solidFill>
                <a:latin typeface="Nunito Sans"/>
                <a:ea typeface="Nunito Sans"/>
                <a:cs typeface="Nunito Sans"/>
              </a:defRPr>
            </a:lvl3pPr>
            <a:lvl4pPr>
              <a:defRPr sz="1200" b="0" i="0">
                <a:solidFill>
                  <a:srgbClr val="506B82"/>
                </a:solidFill>
                <a:latin typeface="Nunito Sans"/>
                <a:ea typeface="Nunito Sans"/>
                <a:cs typeface="Nunito Sans"/>
              </a:defRPr>
            </a:lvl4pPr>
            <a:lvl5pPr>
              <a:defRPr sz="1200" b="0" i="0">
                <a:solidFill>
                  <a:srgbClr val="506B82"/>
                </a:solidFill>
                <a:latin typeface="Nunito Sans"/>
                <a:ea typeface="Nunito Sans"/>
                <a:cs typeface="Nunito Sans"/>
              </a:defRPr>
            </a:lvl5pPr>
            <a:lvl6pPr>
              <a:defRPr sz="1200" b="0" i="0">
                <a:solidFill>
                  <a:srgbClr val="506B82"/>
                </a:solidFill>
                <a:latin typeface="Nunito Sans"/>
                <a:ea typeface="Nunito Sans"/>
                <a:cs typeface="Nunito Sans"/>
              </a:defRPr>
            </a:lvl6pPr>
            <a:lvl7pPr>
              <a:defRPr sz="1200" b="0" i="0">
                <a:solidFill>
                  <a:srgbClr val="506B82"/>
                </a:solidFill>
                <a:latin typeface="Nunito Sans"/>
                <a:ea typeface="Nunito Sans"/>
                <a:cs typeface="Nunito Sans"/>
              </a:defRPr>
            </a:lvl7pPr>
            <a:lvl8pPr>
              <a:defRPr sz="1200" b="0" i="0">
                <a:solidFill>
                  <a:srgbClr val="506B82"/>
                </a:solidFill>
                <a:latin typeface="Nunito Sans"/>
                <a:ea typeface="Nunito Sans"/>
                <a:cs typeface="Nunito Sans"/>
              </a:defRPr>
            </a:lvl8pPr>
            <a:lvl9pPr>
              <a:defRPr sz="1200" b="0" i="0">
                <a:solidFill>
                  <a:srgbClr val="506B82"/>
                </a:solidFill>
                <a:latin typeface="Nunito Sans"/>
                <a:ea typeface="Nunito Sans"/>
                <a:cs typeface="Nunito Sans"/>
              </a:defRPr>
            </a:lvl9pPr>
          </a:lstStyle>
          <a:p xmlns:a="http://schemas.openxmlformats.org/drawingml/2006/main">
            <a:pPr>
              <a:defRPr sz="1200" b="0" i="0">
                <a:solidFill>
                  <a:srgbClr val="506B82"/>
                </a:solidFill>
                <a:latin typeface="Nunito Sans"/>
                <a:ea typeface="Nunito Sans"/>
                <a:cs typeface="Nunito Sans"/>
              </a:defRPr>
            </a:pPr>
            <a:r>
              <a:rPr sz="1200" b="0" i="0">
                <a:solidFill>
                  <a:srgbClr val="506B82"/>
                </a:solidFill>
                <a:latin typeface="Nunito Sans"/>
                <a:ea typeface="Nunito Sans"/>
                <a:cs typeface="Nunito Sans"/>
              </a:rPr>
              <a:t>Map data © OpenStreetMap contributors.</a:t>
            </a:r>
          </a:p>
        </p:txBody>
      </p:sp>
    </p:spTree>
    <p:extLst>
      <p:ext uri="{BB962C8B-B14F-4D97-AF65-F5344CB8AC3E}">
        <p14:creationId xmlns:p14="http://schemas.microsoft.com/office/powerpoint/2010/main" val="1129435873"/>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2EFF65E-BE8D-488F-A054-A6266D826DFE}"/>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07</a:t>
            </a:r>
          </a:p>
        </p:txBody>
      </p:sp>
      <p:sp>
        <p:nvSpPr>
          <p:cNvPr id="2" name="">
            <a:extLst xmlns:a="http://schemas.openxmlformats.org/drawingml/2006/main">
              <a:ext uri="{FF2B5EF4-FFF2-40B4-BE49-F238E27FC236}">
                <a16:creationId xmlns:a16="http://schemas.microsoft.com/office/drawing/2014/main" id="{52906DF7-3383-4FEF-9BE4-29BD1B296813}"/>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F690874D-ECD0-4E8E-B219-A4DA99661683}"/>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D4E36193-9B42-4A6B-9859-EF7402186E00}"/>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What we built</a:t>
            </a:r>
          </a:p>
        </p:txBody>
      </p:sp>
      <p:sp>
        <p:nvSpPr>
          <p:cNvPr id="5" name="">
            <a:extLst xmlns:a="http://schemas.openxmlformats.org/drawingml/2006/main">
              <a:ext uri="{FF2B5EF4-FFF2-40B4-BE49-F238E27FC236}">
                <a16:creationId xmlns:a16="http://schemas.microsoft.com/office/drawing/2014/main" id="{5E19A3C6-F112-4273-AE49-71406EFB86CE}"/>
              </a:ext>
            </a:extLst>
          </p:cNvPr>
          <p:cNvSpPr>
            <a:spLocks xmlns:a="http://schemas.openxmlformats.org/drawingml/2006/main" noGrp="1"/>
          </p:cNvSpPr>
          <p:nvPr/>
        </p:nvSpPr>
        <p:spPr>
          <a:xfrm xmlns:a="http://schemas.openxmlformats.org/drawingml/2006/main">
            <a:off x="533400" y="904875"/>
            <a:ext cx="1095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125" b="1" i="0">
                <a:solidFill>
                  <a:srgbClr val="233D54"/>
                </a:solidFill>
                <a:latin typeface="Nunito Sans"/>
                <a:ea typeface="Nunito Sans"/>
                <a:cs typeface="Nunito Sans"/>
              </a:defRPr>
            </a:defPPr>
            <a:lvl1pPr>
              <a:defRPr sz="4125" b="1" i="0">
                <a:solidFill>
                  <a:srgbClr val="233D54"/>
                </a:solidFill>
                <a:latin typeface="Nunito Sans"/>
                <a:ea typeface="Nunito Sans"/>
                <a:cs typeface="Nunito Sans"/>
              </a:defRPr>
            </a:lvl1pPr>
            <a:lvl2pPr>
              <a:defRPr sz="4125" b="1" i="0">
                <a:solidFill>
                  <a:srgbClr val="233D54"/>
                </a:solidFill>
                <a:latin typeface="Nunito Sans"/>
                <a:ea typeface="Nunito Sans"/>
                <a:cs typeface="Nunito Sans"/>
              </a:defRPr>
            </a:lvl2pPr>
            <a:lvl3pPr>
              <a:defRPr sz="4125" b="1" i="0">
                <a:solidFill>
                  <a:srgbClr val="233D54"/>
                </a:solidFill>
                <a:latin typeface="Nunito Sans"/>
                <a:ea typeface="Nunito Sans"/>
                <a:cs typeface="Nunito Sans"/>
              </a:defRPr>
            </a:lvl3pPr>
            <a:lvl4pPr>
              <a:defRPr sz="4125" b="1" i="0">
                <a:solidFill>
                  <a:srgbClr val="233D54"/>
                </a:solidFill>
                <a:latin typeface="Nunito Sans"/>
                <a:ea typeface="Nunito Sans"/>
                <a:cs typeface="Nunito Sans"/>
              </a:defRPr>
            </a:lvl4pPr>
            <a:lvl5pPr>
              <a:defRPr sz="4125" b="1" i="0">
                <a:solidFill>
                  <a:srgbClr val="233D54"/>
                </a:solidFill>
                <a:latin typeface="Nunito Sans"/>
                <a:ea typeface="Nunito Sans"/>
                <a:cs typeface="Nunito Sans"/>
              </a:defRPr>
            </a:lvl5pPr>
            <a:lvl6pPr>
              <a:defRPr sz="4125" b="1" i="0">
                <a:solidFill>
                  <a:srgbClr val="233D54"/>
                </a:solidFill>
                <a:latin typeface="Nunito Sans"/>
                <a:ea typeface="Nunito Sans"/>
                <a:cs typeface="Nunito Sans"/>
              </a:defRPr>
            </a:lvl6pPr>
            <a:lvl7pPr>
              <a:defRPr sz="4125" b="1" i="0">
                <a:solidFill>
                  <a:srgbClr val="233D54"/>
                </a:solidFill>
                <a:latin typeface="Nunito Sans"/>
                <a:ea typeface="Nunito Sans"/>
                <a:cs typeface="Nunito Sans"/>
              </a:defRPr>
            </a:lvl7pPr>
            <a:lvl8pPr>
              <a:defRPr sz="4125" b="1" i="0">
                <a:solidFill>
                  <a:srgbClr val="233D54"/>
                </a:solidFill>
                <a:latin typeface="Nunito Sans"/>
                <a:ea typeface="Nunito Sans"/>
                <a:cs typeface="Nunito Sans"/>
              </a:defRPr>
            </a:lvl8pPr>
            <a:lvl9pPr>
              <a:defRPr sz="4125" b="1" i="0">
                <a:solidFill>
                  <a:srgbClr val="233D54"/>
                </a:solidFill>
                <a:latin typeface="Nunito Sans"/>
                <a:ea typeface="Nunito Sans"/>
                <a:cs typeface="Nunito Sans"/>
              </a:defRPr>
            </a:lvl9pPr>
          </a:lstStyle>
          <a:p xmlns:a="http://schemas.openxmlformats.org/drawingml/2006/main">
            <a:pPr>
              <a:defRPr sz="4125" b="1" i="0">
                <a:solidFill>
                  <a:srgbClr val="233D54"/>
                </a:solidFill>
                <a:latin typeface="Nunito Sans"/>
                <a:ea typeface="Nunito Sans"/>
                <a:cs typeface="Nunito Sans"/>
              </a:defRPr>
            </a:pPr>
            <a:r>
              <a:rPr sz="4125" b="1" i="0">
                <a:solidFill>
                  <a:srgbClr val="233D54"/>
                </a:solidFill>
                <a:latin typeface="Nunito Sans"/>
                <a:ea typeface="Nunito Sans"/>
                <a:cs typeface="Nunito Sans"/>
              </a:rPr>
              <a:t>The workflow runs end to end</a:t>
            </a:r>
          </a:p>
        </p:txBody>
      </p:sp>
      <p:sp>
        <p:nvSpPr>
          <p:cNvPr id="6" name="">
            <a:extLst xmlns:a="http://schemas.openxmlformats.org/drawingml/2006/main">
              <a:ext uri="{FF2B5EF4-FFF2-40B4-BE49-F238E27FC236}">
                <a16:creationId xmlns:a16="http://schemas.microsoft.com/office/drawing/2014/main" id="{ED7EEFBB-FB5E-4DE7-959D-78A07877AFC4}"/>
              </a:ext>
            </a:extLst>
          </p:cNvPr>
          <p:cNvSpPr>
            <a:spLocks xmlns:a="http://schemas.openxmlformats.org/drawingml/2006/main" noGrp="1"/>
          </p:cNvSpPr>
          <p:nvPr/>
        </p:nvSpPr>
        <p:spPr>
          <a:xfrm xmlns:a="http://schemas.openxmlformats.org/drawingml/2006/main">
            <a:off x="542925" y="2514600"/>
            <a:ext cx="1110615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66F0686-177E-4807-81FA-DB2B37575E7D}"/>
              </a:ext>
            </a:extLst>
          </p:cNvPr>
          <p:cNvSpPr>
            <a:spLocks xmlns:a="http://schemas.openxmlformats.org/drawingml/2006/main" noGrp="1"/>
          </p:cNvSpPr>
          <p:nvPr/>
        </p:nvSpPr>
        <p:spPr>
          <a:xfrm xmlns:a="http://schemas.openxmlformats.org/drawingml/2006/main">
            <a:off x="552450" y="263842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i="0">
                <a:solidFill>
                  <a:srgbClr val="233D54"/>
                </a:solidFill>
                <a:latin typeface="Nunito Sans"/>
                <a:ea typeface="Nunito Sans"/>
                <a:cs typeface="Nunito Sans"/>
              </a:defRPr>
            </a:defPPr>
            <a:lvl1pPr>
              <a:defRPr sz="2025" b="1" i="0">
                <a:solidFill>
                  <a:srgbClr val="233D54"/>
                </a:solidFill>
                <a:latin typeface="Nunito Sans"/>
                <a:ea typeface="Nunito Sans"/>
                <a:cs typeface="Nunito Sans"/>
              </a:defRPr>
            </a:lvl1pPr>
            <a:lvl2pPr>
              <a:defRPr sz="2025" b="1" i="0">
                <a:solidFill>
                  <a:srgbClr val="233D54"/>
                </a:solidFill>
                <a:latin typeface="Nunito Sans"/>
                <a:ea typeface="Nunito Sans"/>
                <a:cs typeface="Nunito Sans"/>
              </a:defRPr>
            </a:lvl2pPr>
            <a:lvl3pPr>
              <a:defRPr sz="2025" b="1" i="0">
                <a:solidFill>
                  <a:srgbClr val="233D54"/>
                </a:solidFill>
                <a:latin typeface="Nunito Sans"/>
                <a:ea typeface="Nunito Sans"/>
                <a:cs typeface="Nunito Sans"/>
              </a:defRPr>
            </a:lvl3pPr>
            <a:lvl4pPr>
              <a:defRPr sz="2025" b="1" i="0">
                <a:solidFill>
                  <a:srgbClr val="233D54"/>
                </a:solidFill>
                <a:latin typeface="Nunito Sans"/>
                <a:ea typeface="Nunito Sans"/>
                <a:cs typeface="Nunito Sans"/>
              </a:defRPr>
            </a:lvl4pPr>
            <a:lvl5pPr>
              <a:defRPr sz="2025" b="1" i="0">
                <a:solidFill>
                  <a:srgbClr val="233D54"/>
                </a:solidFill>
                <a:latin typeface="Nunito Sans"/>
                <a:ea typeface="Nunito Sans"/>
                <a:cs typeface="Nunito Sans"/>
              </a:defRPr>
            </a:lvl5pPr>
            <a:lvl6pPr>
              <a:defRPr sz="2025" b="1" i="0">
                <a:solidFill>
                  <a:srgbClr val="233D54"/>
                </a:solidFill>
                <a:latin typeface="Nunito Sans"/>
                <a:ea typeface="Nunito Sans"/>
                <a:cs typeface="Nunito Sans"/>
              </a:defRPr>
            </a:lvl6pPr>
            <a:lvl7pPr>
              <a:defRPr sz="2025" b="1" i="0">
                <a:solidFill>
                  <a:srgbClr val="233D54"/>
                </a:solidFill>
                <a:latin typeface="Nunito Sans"/>
                <a:ea typeface="Nunito Sans"/>
                <a:cs typeface="Nunito Sans"/>
              </a:defRPr>
            </a:lvl7pPr>
            <a:lvl8pPr>
              <a:defRPr sz="2025" b="1" i="0">
                <a:solidFill>
                  <a:srgbClr val="233D54"/>
                </a:solidFill>
                <a:latin typeface="Nunito Sans"/>
                <a:ea typeface="Nunito Sans"/>
                <a:cs typeface="Nunito Sans"/>
              </a:defRPr>
            </a:lvl8pPr>
            <a:lvl9pPr>
              <a:defRPr sz="2025" b="1" i="0">
                <a:solidFill>
                  <a:srgbClr val="233D54"/>
                </a:solidFill>
                <a:latin typeface="Nunito Sans"/>
                <a:ea typeface="Nunito Sans"/>
                <a:cs typeface="Nunito Sans"/>
              </a:defRPr>
            </a:lvl9pPr>
          </a:lstStyle>
          <a:p xmlns:a="http://schemas.openxmlformats.org/drawingml/2006/main">
            <a:pPr>
              <a:defRPr sz="2025" b="1" i="0">
                <a:solidFill>
                  <a:srgbClr val="233D54"/>
                </a:solidFill>
                <a:latin typeface="Nunito Sans"/>
                <a:ea typeface="Nunito Sans"/>
                <a:cs typeface="Nunito Sans"/>
              </a:defRPr>
            </a:pPr>
            <a:r>
              <a:rPr sz="2025" b="1" i="0">
                <a:solidFill>
                  <a:srgbClr val="233D54"/>
                </a:solidFill>
                <a:latin typeface="Nunito Sans"/>
                <a:ea typeface="Nunito Sans"/>
                <a:cs typeface="Nunito Sans"/>
              </a:rPr>
              <a:t>Voice and extraction</a:t>
            </a:r>
          </a:p>
        </p:txBody>
      </p:sp>
      <p:sp>
        <p:nvSpPr>
          <p:cNvPr id="8" name="">
            <a:extLst xmlns:a="http://schemas.openxmlformats.org/drawingml/2006/main">
              <a:ext uri="{FF2B5EF4-FFF2-40B4-BE49-F238E27FC236}">
                <a16:creationId xmlns:a16="http://schemas.microsoft.com/office/drawing/2014/main" id="{D5297F6B-5F48-4AF1-BD60-B4B02ED0FE84}"/>
              </a:ext>
            </a:extLst>
          </p:cNvPr>
          <p:cNvSpPr>
            <a:spLocks xmlns:a="http://schemas.openxmlformats.org/drawingml/2006/main" noGrp="1"/>
          </p:cNvSpPr>
          <p:nvPr/>
        </p:nvSpPr>
        <p:spPr>
          <a:xfrm xmlns:a="http://schemas.openxmlformats.org/drawingml/2006/main">
            <a:off x="5095875" y="263842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i="0">
                <a:solidFill>
                  <a:srgbClr val="506B82"/>
                </a:solidFill>
                <a:latin typeface="Nunito Sans"/>
                <a:ea typeface="Nunito Sans"/>
                <a:cs typeface="Nunito Sans"/>
              </a:defRPr>
            </a:defPPr>
            <a:lvl1pPr>
              <a:defRPr sz="1875" b="0" i="0">
                <a:solidFill>
                  <a:srgbClr val="506B82"/>
                </a:solidFill>
                <a:latin typeface="Nunito Sans"/>
                <a:ea typeface="Nunito Sans"/>
                <a:cs typeface="Nunito Sans"/>
              </a:defRPr>
            </a:lvl1pPr>
            <a:lvl2pPr>
              <a:defRPr sz="1875" b="0" i="0">
                <a:solidFill>
                  <a:srgbClr val="506B82"/>
                </a:solidFill>
                <a:latin typeface="Nunito Sans"/>
                <a:ea typeface="Nunito Sans"/>
                <a:cs typeface="Nunito Sans"/>
              </a:defRPr>
            </a:lvl2pPr>
            <a:lvl3pPr>
              <a:defRPr sz="1875" b="0" i="0">
                <a:solidFill>
                  <a:srgbClr val="506B82"/>
                </a:solidFill>
                <a:latin typeface="Nunito Sans"/>
                <a:ea typeface="Nunito Sans"/>
                <a:cs typeface="Nunito Sans"/>
              </a:defRPr>
            </a:lvl3pPr>
            <a:lvl4pPr>
              <a:defRPr sz="1875" b="0" i="0">
                <a:solidFill>
                  <a:srgbClr val="506B82"/>
                </a:solidFill>
                <a:latin typeface="Nunito Sans"/>
                <a:ea typeface="Nunito Sans"/>
                <a:cs typeface="Nunito Sans"/>
              </a:defRPr>
            </a:lvl4pPr>
            <a:lvl5pPr>
              <a:defRPr sz="1875" b="0" i="0">
                <a:solidFill>
                  <a:srgbClr val="506B82"/>
                </a:solidFill>
                <a:latin typeface="Nunito Sans"/>
                <a:ea typeface="Nunito Sans"/>
                <a:cs typeface="Nunito Sans"/>
              </a:defRPr>
            </a:lvl5pPr>
            <a:lvl6pPr>
              <a:defRPr sz="1875" b="0" i="0">
                <a:solidFill>
                  <a:srgbClr val="506B82"/>
                </a:solidFill>
                <a:latin typeface="Nunito Sans"/>
                <a:ea typeface="Nunito Sans"/>
                <a:cs typeface="Nunito Sans"/>
              </a:defRPr>
            </a:lvl6pPr>
            <a:lvl7pPr>
              <a:defRPr sz="1875" b="0" i="0">
                <a:solidFill>
                  <a:srgbClr val="506B82"/>
                </a:solidFill>
                <a:latin typeface="Nunito Sans"/>
                <a:ea typeface="Nunito Sans"/>
                <a:cs typeface="Nunito Sans"/>
              </a:defRPr>
            </a:lvl7pPr>
            <a:lvl8pPr>
              <a:defRPr sz="1875" b="0" i="0">
                <a:solidFill>
                  <a:srgbClr val="506B82"/>
                </a:solidFill>
                <a:latin typeface="Nunito Sans"/>
                <a:ea typeface="Nunito Sans"/>
                <a:cs typeface="Nunito Sans"/>
              </a:defRPr>
            </a:lvl8pPr>
            <a:lvl9pPr>
              <a:defRPr sz="1875" b="0" i="0">
                <a:solidFill>
                  <a:srgbClr val="506B82"/>
                </a:solidFill>
                <a:latin typeface="Nunito Sans"/>
                <a:ea typeface="Nunito Sans"/>
                <a:cs typeface="Nunito Sans"/>
              </a:defRPr>
            </a:lvl9pPr>
          </a:lstStyle>
          <a:p xmlns:a="http://schemas.openxmlformats.org/drawingml/2006/main">
            <a:pPr>
              <a:defRPr sz="1875" b="0" i="0">
                <a:solidFill>
                  <a:srgbClr val="506B82"/>
                </a:solidFill>
                <a:latin typeface="Nunito Sans"/>
                <a:ea typeface="Nunito Sans"/>
                <a:cs typeface="Nunito Sans"/>
              </a:defRPr>
            </a:pPr>
            <a:r>
              <a:rPr sz="1875" b="0" i="0">
                <a:solidFill>
                  <a:srgbClr val="506B82"/>
                </a:solidFill>
                <a:latin typeface="Nunito Sans"/>
                <a:ea typeface="Nunito Sans"/>
                <a:cs typeface="Nunito Sans"/>
              </a:rPr>
              <a:t>Hosted Groq models. Internet required.</a:t>
            </a:r>
          </a:p>
        </p:txBody>
      </p:sp>
      <p:sp>
        <p:nvSpPr>
          <p:cNvPr id="9" name="">
            <a:extLst xmlns:a="http://schemas.openxmlformats.org/drawingml/2006/main">
              <a:ext uri="{FF2B5EF4-FFF2-40B4-BE49-F238E27FC236}">
                <a16:creationId xmlns:a16="http://schemas.microsoft.com/office/drawing/2014/main" id="{5BBC3C8E-1E8C-4C3C-9C8C-AD5842369A43}"/>
              </a:ext>
            </a:extLst>
          </p:cNvPr>
          <p:cNvSpPr>
            <a:spLocks xmlns:a="http://schemas.openxmlformats.org/drawingml/2006/main" noGrp="1"/>
          </p:cNvSpPr>
          <p:nvPr/>
        </p:nvSpPr>
        <p:spPr>
          <a:xfrm xmlns:a="http://schemas.openxmlformats.org/drawingml/2006/main">
            <a:off x="542925" y="3267075"/>
            <a:ext cx="1110615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50250D9-C1C5-44C9-84D5-2E8264F23E33}"/>
              </a:ext>
            </a:extLst>
          </p:cNvPr>
          <p:cNvSpPr>
            <a:spLocks xmlns:a="http://schemas.openxmlformats.org/drawingml/2006/main" noGrp="1"/>
          </p:cNvSpPr>
          <p:nvPr/>
        </p:nvSpPr>
        <p:spPr>
          <a:xfrm xmlns:a="http://schemas.openxmlformats.org/drawingml/2006/main">
            <a:off x="552450" y="339090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i="0">
                <a:solidFill>
                  <a:srgbClr val="233D54"/>
                </a:solidFill>
                <a:latin typeface="Nunito Sans"/>
                <a:ea typeface="Nunito Sans"/>
                <a:cs typeface="Nunito Sans"/>
              </a:defRPr>
            </a:defPPr>
            <a:lvl1pPr>
              <a:defRPr sz="2025" b="1" i="0">
                <a:solidFill>
                  <a:srgbClr val="233D54"/>
                </a:solidFill>
                <a:latin typeface="Nunito Sans"/>
                <a:ea typeface="Nunito Sans"/>
                <a:cs typeface="Nunito Sans"/>
              </a:defRPr>
            </a:lvl1pPr>
            <a:lvl2pPr>
              <a:defRPr sz="2025" b="1" i="0">
                <a:solidFill>
                  <a:srgbClr val="233D54"/>
                </a:solidFill>
                <a:latin typeface="Nunito Sans"/>
                <a:ea typeface="Nunito Sans"/>
                <a:cs typeface="Nunito Sans"/>
              </a:defRPr>
            </a:lvl2pPr>
            <a:lvl3pPr>
              <a:defRPr sz="2025" b="1" i="0">
                <a:solidFill>
                  <a:srgbClr val="233D54"/>
                </a:solidFill>
                <a:latin typeface="Nunito Sans"/>
                <a:ea typeface="Nunito Sans"/>
                <a:cs typeface="Nunito Sans"/>
              </a:defRPr>
            </a:lvl3pPr>
            <a:lvl4pPr>
              <a:defRPr sz="2025" b="1" i="0">
                <a:solidFill>
                  <a:srgbClr val="233D54"/>
                </a:solidFill>
                <a:latin typeface="Nunito Sans"/>
                <a:ea typeface="Nunito Sans"/>
                <a:cs typeface="Nunito Sans"/>
              </a:defRPr>
            </a:lvl4pPr>
            <a:lvl5pPr>
              <a:defRPr sz="2025" b="1" i="0">
                <a:solidFill>
                  <a:srgbClr val="233D54"/>
                </a:solidFill>
                <a:latin typeface="Nunito Sans"/>
                <a:ea typeface="Nunito Sans"/>
                <a:cs typeface="Nunito Sans"/>
              </a:defRPr>
            </a:lvl5pPr>
            <a:lvl6pPr>
              <a:defRPr sz="2025" b="1" i="0">
                <a:solidFill>
                  <a:srgbClr val="233D54"/>
                </a:solidFill>
                <a:latin typeface="Nunito Sans"/>
                <a:ea typeface="Nunito Sans"/>
                <a:cs typeface="Nunito Sans"/>
              </a:defRPr>
            </a:lvl6pPr>
            <a:lvl7pPr>
              <a:defRPr sz="2025" b="1" i="0">
                <a:solidFill>
                  <a:srgbClr val="233D54"/>
                </a:solidFill>
                <a:latin typeface="Nunito Sans"/>
                <a:ea typeface="Nunito Sans"/>
                <a:cs typeface="Nunito Sans"/>
              </a:defRPr>
            </a:lvl7pPr>
            <a:lvl8pPr>
              <a:defRPr sz="2025" b="1" i="0">
                <a:solidFill>
                  <a:srgbClr val="233D54"/>
                </a:solidFill>
                <a:latin typeface="Nunito Sans"/>
                <a:ea typeface="Nunito Sans"/>
                <a:cs typeface="Nunito Sans"/>
              </a:defRPr>
            </a:lvl8pPr>
            <a:lvl9pPr>
              <a:defRPr sz="2025" b="1" i="0">
                <a:solidFill>
                  <a:srgbClr val="233D54"/>
                </a:solidFill>
                <a:latin typeface="Nunito Sans"/>
                <a:ea typeface="Nunito Sans"/>
                <a:cs typeface="Nunito Sans"/>
              </a:defRPr>
            </a:lvl9pPr>
          </a:lstStyle>
          <a:p xmlns:a="http://schemas.openxmlformats.org/drawingml/2006/main">
            <a:pPr>
              <a:defRPr sz="2025" b="1" i="0">
                <a:solidFill>
                  <a:srgbClr val="233D54"/>
                </a:solidFill>
                <a:latin typeface="Nunito Sans"/>
                <a:ea typeface="Nunito Sans"/>
                <a:cs typeface="Nunito Sans"/>
              </a:defRPr>
            </a:pPr>
            <a:r>
              <a:rPr sz="2025" b="1" i="0">
                <a:solidFill>
                  <a:srgbClr val="233D54"/>
                </a:solidFill>
                <a:latin typeface="Nunito Sans"/>
                <a:ea typeface="Nunito Sans"/>
                <a:cs typeface="Nunito Sans"/>
              </a:rPr>
              <a:t>Review and incident records</a:t>
            </a:r>
          </a:p>
        </p:txBody>
      </p:sp>
      <p:sp>
        <p:nvSpPr>
          <p:cNvPr id="11" name="">
            <a:extLst xmlns:a="http://schemas.openxmlformats.org/drawingml/2006/main">
              <a:ext uri="{FF2B5EF4-FFF2-40B4-BE49-F238E27FC236}">
                <a16:creationId xmlns:a16="http://schemas.microsoft.com/office/drawing/2014/main" id="{1E3E3076-FF88-4E78-ACEE-83B04493C878}"/>
              </a:ext>
            </a:extLst>
          </p:cNvPr>
          <p:cNvSpPr>
            <a:spLocks xmlns:a="http://schemas.openxmlformats.org/drawingml/2006/main" noGrp="1"/>
          </p:cNvSpPr>
          <p:nvPr/>
        </p:nvSpPr>
        <p:spPr>
          <a:xfrm xmlns:a="http://schemas.openxmlformats.org/drawingml/2006/main">
            <a:off x="5095875" y="3390900"/>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i="0">
                <a:solidFill>
                  <a:srgbClr val="506B82"/>
                </a:solidFill>
                <a:latin typeface="Nunito Sans"/>
                <a:ea typeface="Nunito Sans"/>
                <a:cs typeface="Nunito Sans"/>
              </a:defRPr>
            </a:defPPr>
            <a:lvl1pPr>
              <a:defRPr sz="1875" b="0" i="0">
                <a:solidFill>
                  <a:srgbClr val="506B82"/>
                </a:solidFill>
                <a:latin typeface="Nunito Sans"/>
                <a:ea typeface="Nunito Sans"/>
                <a:cs typeface="Nunito Sans"/>
              </a:defRPr>
            </a:lvl1pPr>
            <a:lvl2pPr>
              <a:defRPr sz="1875" b="0" i="0">
                <a:solidFill>
                  <a:srgbClr val="506B82"/>
                </a:solidFill>
                <a:latin typeface="Nunito Sans"/>
                <a:ea typeface="Nunito Sans"/>
                <a:cs typeface="Nunito Sans"/>
              </a:defRPr>
            </a:lvl2pPr>
            <a:lvl3pPr>
              <a:defRPr sz="1875" b="0" i="0">
                <a:solidFill>
                  <a:srgbClr val="506B82"/>
                </a:solidFill>
                <a:latin typeface="Nunito Sans"/>
                <a:ea typeface="Nunito Sans"/>
                <a:cs typeface="Nunito Sans"/>
              </a:defRPr>
            </a:lvl3pPr>
            <a:lvl4pPr>
              <a:defRPr sz="1875" b="0" i="0">
                <a:solidFill>
                  <a:srgbClr val="506B82"/>
                </a:solidFill>
                <a:latin typeface="Nunito Sans"/>
                <a:ea typeface="Nunito Sans"/>
                <a:cs typeface="Nunito Sans"/>
              </a:defRPr>
            </a:lvl4pPr>
            <a:lvl5pPr>
              <a:defRPr sz="1875" b="0" i="0">
                <a:solidFill>
                  <a:srgbClr val="506B82"/>
                </a:solidFill>
                <a:latin typeface="Nunito Sans"/>
                <a:ea typeface="Nunito Sans"/>
                <a:cs typeface="Nunito Sans"/>
              </a:defRPr>
            </a:lvl5pPr>
            <a:lvl6pPr>
              <a:defRPr sz="1875" b="0" i="0">
                <a:solidFill>
                  <a:srgbClr val="506B82"/>
                </a:solidFill>
                <a:latin typeface="Nunito Sans"/>
                <a:ea typeface="Nunito Sans"/>
                <a:cs typeface="Nunito Sans"/>
              </a:defRPr>
            </a:lvl6pPr>
            <a:lvl7pPr>
              <a:defRPr sz="1875" b="0" i="0">
                <a:solidFill>
                  <a:srgbClr val="506B82"/>
                </a:solidFill>
                <a:latin typeface="Nunito Sans"/>
                <a:ea typeface="Nunito Sans"/>
                <a:cs typeface="Nunito Sans"/>
              </a:defRPr>
            </a:lvl7pPr>
            <a:lvl8pPr>
              <a:defRPr sz="1875" b="0" i="0">
                <a:solidFill>
                  <a:srgbClr val="506B82"/>
                </a:solidFill>
                <a:latin typeface="Nunito Sans"/>
                <a:ea typeface="Nunito Sans"/>
                <a:cs typeface="Nunito Sans"/>
              </a:defRPr>
            </a:lvl8pPr>
            <a:lvl9pPr>
              <a:defRPr sz="1875" b="0" i="0">
                <a:solidFill>
                  <a:srgbClr val="506B82"/>
                </a:solidFill>
                <a:latin typeface="Nunito Sans"/>
                <a:ea typeface="Nunito Sans"/>
                <a:cs typeface="Nunito Sans"/>
              </a:defRPr>
            </a:lvl9pPr>
          </a:lstStyle>
          <a:p xmlns:a="http://schemas.openxmlformats.org/drawingml/2006/main">
            <a:pPr>
              <a:defRPr sz="1875" b="0" i="0">
                <a:solidFill>
                  <a:srgbClr val="506B82"/>
                </a:solidFill>
                <a:latin typeface="Nunito Sans"/>
                <a:ea typeface="Nunito Sans"/>
                <a:cs typeface="Nunito Sans"/>
              </a:defRPr>
            </a:pPr>
            <a:r>
              <a:rPr sz="1875" b="0" i="0">
                <a:solidFill>
                  <a:srgbClr val="506B82"/>
                </a:solidFill>
                <a:latin typeface="Nunito Sans"/>
                <a:ea typeface="Nunito Sans"/>
                <a:cs typeface="Nunito Sans"/>
              </a:rPr>
              <a:t>React, FastAPI and SQLite.</a:t>
            </a:r>
          </a:p>
        </p:txBody>
      </p:sp>
      <p:sp>
        <p:nvSpPr>
          <p:cNvPr id="12" name="">
            <a:extLst xmlns:a="http://schemas.openxmlformats.org/drawingml/2006/main">
              <a:ext uri="{FF2B5EF4-FFF2-40B4-BE49-F238E27FC236}">
                <a16:creationId xmlns:a16="http://schemas.microsoft.com/office/drawing/2014/main" id="{95599A24-78D3-4284-ADEC-CAFC24287E77}"/>
              </a:ext>
            </a:extLst>
          </p:cNvPr>
          <p:cNvSpPr>
            <a:spLocks xmlns:a="http://schemas.openxmlformats.org/drawingml/2006/main" noGrp="1"/>
          </p:cNvSpPr>
          <p:nvPr/>
        </p:nvSpPr>
        <p:spPr>
          <a:xfrm xmlns:a="http://schemas.openxmlformats.org/drawingml/2006/main">
            <a:off x="542925" y="4019550"/>
            <a:ext cx="1110615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BD7657B-B504-4BDA-89CC-B689708944B4}"/>
              </a:ext>
            </a:extLst>
          </p:cNvPr>
          <p:cNvSpPr>
            <a:spLocks xmlns:a="http://schemas.openxmlformats.org/drawingml/2006/main" noGrp="1"/>
          </p:cNvSpPr>
          <p:nvPr/>
        </p:nvSpPr>
        <p:spPr>
          <a:xfrm xmlns:a="http://schemas.openxmlformats.org/drawingml/2006/main">
            <a:off x="552450" y="414337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i="0">
                <a:solidFill>
                  <a:srgbClr val="233D54"/>
                </a:solidFill>
                <a:latin typeface="Nunito Sans"/>
                <a:ea typeface="Nunito Sans"/>
                <a:cs typeface="Nunito Sans"/>
              </a:defRPr>
            </a:defPPr>
            <a:lvl1pPr>
              <a:defRPr sz="2025" b="1" i="0">
                <a:solidFill>
                  <a:srgbClr val="233D54"/>
                </a:solidFill>
                <a:latin typeface="Nunito Sans"/>
                <a:ea typeface="Nunito Sans"/>
                <a:cs typeface="Nunito Sans"/>
              </a:defRPr>
            </a:lvl1pPr>
            <a:lvl2pPr>
              <a:defRPr sz="2025" b="1" i="0">
                <a:solidFill>
                  <a:srgbClr val="233D54"/>
                </a:solidFill>
                <a:latin typeface="Nunito Sans"/>
                <a:ea typeface="Nunito Sans"/>
                <a:cs typeface="Nunito Sans"/>
              </a:defRPr>
            </a:lvl2pPr>
            <a:lvl3pPr>
              <a:defRPr sz="2025" b="1" i="0">
                <a:solidFill>
                  <a:srgbClr val="233D54"/>
                </a:solidFill>
                <a:latin typeface="Nunito Sans"/>
                <a:ea typeface="Nunito Sans"/>
                <a:cs typeface="Nunito Sans"/>
              </a:defRPr>
            </a:lvl3pPr>
            <a:lvl4pPr>
              <a:defRPr sz="2025" b="1" i="0">
                <a:solidFill>
                  <a:srgbClr val="233D54"/>
                </a:solidFill>
                <a:latin typeface="Nunito Sans"/>
                <a:ea typeface="Nunito Sans"/>
                <a:cs typeface="Nunito Sans"/>
              </a:defRPr>
            </a:lvl4pPr>
            <a:lvl5pPr>
              <a:defRPr sz="2025" b="1" i="0">
                <a:solidFill>
                  <a:srgbClr val="233D54"/>
                </a:solidFill>
                <a:latin typeface="Nunito Sans"/>
                <a:ea typeface="Nunito Sans"/>
                <a:cs typeface="Nunito Sans"/>
              </a:defRPr>
            </a:lvl5pPr>
            <a:lvl6pPr>
              <a:defRPr sz="2025" b="1" i="0">
                <a:solidFill>
                  <a:srgbClr val="233D54"/>
                </a:solidFill>
                <a:latin typeface="Nunito Sans"/>
                <a:ea typeface="Nunito Sans"/>
                <a:cs typeface="Nunito Sans"/>
              </a:defRPr>
            </a:lvl6pPr>
            <a:lvl7pPr>
              <a:defRPr sz="2025" b="1" i="0">
                <a:solidFill>
                  <a:srgbClr val="233D54"/>
                </a:solidFill>
                <a:latin typeface="Nunito Sans"/>
                <a:ea typeface="Nunito Sans"/>
                <a:cs typeface="Nunito Sans"/>
              </a:defRPr>
            </a:lvl7pPr>
            <a:lvl8pPr>
              <a:defRPr sz="2025" b="1" i="0">
                <a:solidFill>
                  <a:srgbClr val="233D54"/>
                </a:solidFill>
                <a:latin typeface="Nunito Sans"/>
                <a:ea typeface="Nunito Sans"/>
                <a:cs typeface="Nunito Sans"/>
              </a:defRPr>
            </a:lvl8pPr>
            <a:lvl9pPr>
              <a:defRPr sz="2025" b="1" i="0">
                <a:solidFill>
                  <a:srgbClr val="233D54"/>
                </a:solidFill>
                <a:latin typeface="Nunito Sans"/>
                <a:ea typeface="Nunito Sans"/>
                <a:cs typeface="Nunito Sans"/>
              </a:defRPr>
            </a:lvl9pPr>
          </a:lstStyle>
          <a:p xmlns:a="http://schemas.openxmlformats.org/drawingml/2006/main">
            <a:pPr>
              <a:defRPr sz="2025" b="1" i="0">
                <a:solidFill>
                  <a:srgbClr val="233D54"/>
                </a:solidFill>
                <a:latin typeface="Nunito Sans"/>
                <a:ea typeface="Nunito Sans"/>
                <a:cs typeface="Nunito Sans"/>
              </a:defRPr>
            </a:pPr>
            <a:r>
              <a:rPr sz="2025" b="1" i="0">
                <a:solidFill>
                  <a:srgbClr val="233D54"/>
                </a:solidFill>
                <a:latin typeface="Nunito Sans"/>
                <a:ea typeface="Nunito Sans"/>
                <a:cs typeface="Nunito Sans"/>
              </a:rPr>
              <a:t>Allocation and routing</a:t>
            </a:r>
          </a:p>
        </p:txBody>
      </p:sp>
      <p:sp>
        <p:nvSpPr>
          <p:cNvPr id="14" name="">
            <a:extLst xmlns:a="http://schemas.openxmlformats.org/drawingml/2006/main">
              <a:ext uri="{FF2B5EF4-FFF2-40B4-BE49-F238E27FC236}">
                <a16:creationId xmlns:a16="http://schemas.microsoft.com/office/drawing/2014/main" id="{9AABBB11-AB50-456E-AD60-ADF5687F5D45}"/>
              </a:ext>
            </a:extLst>
          </p:cNvPr>
          <p:cNvSpPr>
            <a:spLocks xmlns:a="http://schemas.openxmlformats.org/drawingml/2006/main" noGrp="1"/>
          </p:cNvSpPr>
          <p:nvPr/>
        </p:nvSpPr>
        <p:spPr>
          <a:xfrm xmlns:a="http://schemas.openxmlformats.org/drawingml/2006/main">
            <a:off x="5095875" y="414337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i="0">
                <a:solidFill>
                  <a:srgbClr val="506B82"/>
                </a:solidFill>
                <a:latin typeface="Nunito Sans"/>
                <a:ea typeface="Nunito Sans"/>
                <a:cs typeface="Nunito Sans"/>
              </a:defRPr>
            </a:defPPr>
            <a:lvl1pPr>
              <a:defRPr sz="1875" b="0" i="0">
                <a:solidFill>
                  <a:srgbClr val="506B82"/>
                </a:solidFill>
                <a:latin typeface="Nunito Sans"/>
                <a:ea typeface="Nunito Sans"/>
                <a:cs typeface="Nunito Sans"/>
              </a:defRPr>
            </a:lvl1pPr>
            <a:lvl2pPr>
              <a:defRPr sz="1875" b="0" i="0">
                <a:solidFill>
                  <a:srgbClr val="506B82"/>
                </a:solidFill>
                <a:latin typeface="Nunito Sans"/>
                <a:ea typeface="Nunito Sans"/>
                <a:cs typeface="Nunito Sans"/>
              </a:defRPr>
            </a:lvl2pPr>
            <a:lvl3pPr>
              <a:defRPr sz="1875" b="0" i="0">
                <a:solidFill>
                  <a:srgbClr val="506B82"/>
                </a:solidFill>
                <a:latin typeface="Nunito Sans"/>
                <a:ea typeface="Nunito Sans"/>
                <a:cs typeface="Nunito Sans"/>
              </a:defRPr>
            </a:lvl3pPr>
            <a:lvl4pPr>
              <a:defRPr sz="1875" b="0" i="0">
                <a:solidFill>
                  <a:srgbClr val="506B82"/>
                </a:solidFill>
                <a:latin typeface="Nunito Sans"/>
                <a:ea typeface="Nunito Sans"/>
                <a:cs typeface="Nunito Sans"/>
              </a:defRPr>
            </a:lvl4pPr>
            <a:lvl5pPr>
              <a:defRPr sz="1875" b="0" i="0">
                <a:solidFill>
                  <a:srgbClr val="506B82"/>
                </a:solidFill>
                <a:latin typeface="Nunito Sans"/>
                <a:ea typeface="Nunito Sans"/>
                <a:cs typeface="Nunito Sans"/>
              </a:defRPr>
            </a:lvl5pPr>
            <a:lvl6pPr>
              <a:defRPr sz="1875" b="0" i="0">
                <a:solidFill>
                  <a:srgbClr val="506B82"/>
                </a:solidFill>
                <a:latin typeface="Nunito Sans"/>
                <a:ea typeface="Nunito Sans"/>
                <a:cs typeface="Nunito Sans"/>
              </a:defRPr>
            </a:lvl6pPr>
            <a:lvl7pPr>
              <a:defRPr sz="1875" b="0" i="0">
                <a:solidFill>
                  <a:srgbClr val="506B82"/>
                </a:solidFill>
                <a:latin typeface="Nunito Sans"/>
                <a:ea typeface="Nunito Sans"/>
                <a:cs typeface="Nunito Sans"/>
              </a:defRPr>
            </a:lvl7pPr>
            <a:lvl8pPr>
              <a:defRPr sz="1875" b="0" i="0">
                <a:solidFill>
                  <a:srgbClr val="506B82"/>
                </a:solidFill>
                <a:latin typeface="Nunito Sans"/>
                <a:ea typeface="Nunito Sans"/>
                <a:cs typeface="Nunito Sans"/>
              </a:defRPr>
            </a:lvl8pPr>
            <a:lvl9pPr>
              <a:defRPr sz="1875" b="0" i="0">
                <a:solidFill>
                  <a:srgbClr val="506B82"/>
                </a:solidFill>
                <a:latin typeface="Nunito Sans"/>
                <a:ea typeface="Nunito Sans"/>
                <a:cs typeface="Nunito Sans"/>
              </a:defRPr>
            </a:lvl9pPr>
          </a:lstStyle>
          <a:p xmlns:a="http://schemas.openxmlformats.org/drawingml/2006/main">
            <a:pPr>
              <a:defRPr sz="1875" b="0" i="0">
                <a:solidFill>
                  <a:srgbClr val="506B82"/>
                </a:solidFill>
                <a:latin typeface="Nunito Sans"/>
                <a:ea typeface="Nunito Sans"/>
                <a:cs typeface="Nunito Sans"/>
              </a:defRPr>
            </a:pPr>
            <a:r>
              <a:rPr sz="1875" b="0" i="0">
                <a:solidFill>
                  <a:srgbClr val="506B82"/>
                </a:solidFill>
                <a:latin typeface="Nunito Sans"/>
                <a:ea typeface="Nunito Sans"/>
                <a:cs typeface="Nunito Sans"/>
              </a:rPr>
              <a:t>Capability, availability and reported closures.</a:t>
            </a:r>
          </a:p>
        </p:txBody>
      </p:sp>
      <p:sp>
        <p:nvSpPr>
          <p:cNvPr id="15" name="">
            <a:extLst xmlns:a="http://schemas.openxmlformats.org/drawingml/2006/main">
              <a:ext uri="{FF2B5EF4-FFF2-40B4-BE49-F238E27FC236}">
                <a16:creationId xmlns:a16="http://schemas.microsoft.com/office/drawing/2014/main" id="{373AF667-2A68-4974-943E-6190BCB54099}"/>
              </a:ext>
            </a:extLst>
          </p:cNvPr>
          <p:cNvSpPr>
            <a:spLocks xmlns:a="http://schemas.openxmlformats.org/drawingml/2006/main" noGrp="1"/>
          </p:cNvSpPr>
          <p:nvPr/>
        </p:nvSpPr>
        <p:spPr>
          <a:xfrm xmlns:a="http://schemas.openxmlformats.org/drawingml/2006/main">
            <a:off x="542925" y="4772025"/>
            <a:ext cx="1110615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857C5E-7C56-4756-B5C6-930A8ED32BC6}"/>
              </a:ext>
            </a:extLst>
          </p:cNvPr>
          <p:cNvSpPr>
            <a:spLocks xmlns:a="http://schemas.openxmlformats.org/drawingml/2006/main" noGrp="1"/>
          </p:cNvSpPr>
          <p:nvPr/>
        </p:nvSpPr>
        <p:spPr>
          <a:xfrm xmlns:a="http://schemas.openxmlformats.org/drawingml/2006/main">
            <a:off x="552450" y="489585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i="0">
                <a:solidFill>
                  <a:srgbClr val="233D54"/>
                </a:solidFill>
                <a:latin typeface="Nunito Sans"/>
                <a:ea typeface="Nunito Sans"/>
                <a:cs typeface="Nunito Sans"/>
              </a:defRPr>
            </a:defPPr>
            <a:lvl1pPr>
              <a:defRPr sz="2025" b="1" i="0">
                <a:solidFill>
                  <a:srgbClr val="233D54"/>
                </a:solidFill>
                <a:latin typeface="Nunito Sans"/>
                <a:ea typeface="Nunito Sans"/>
                <a:cs typeface="Nunito Sans"/>
              </a:defRPr>
            </a:lvl1pPr>
            <a:lvl2pPr>
              <a:defRPr sz="2025" b="1" i="0">
                <a:solidFill>
                  <a:srgbClr val="233D54"/>
                </a:solidFill>
                <a:latin typeface="Nunito Sans"/>
                <a:ea typeface="Nunito Sans"/>
                <a:cs typeface="Nunito Sans"/>
              </a:defRPr>
            </a:lvl2pPr>
            <a:lvl3pPr>
              <a:defRPr sz="2025" b="1" i="0">
                <a:solidFill>
                  <a:srgbClr val="233D54"/>
                </a:solidFill>
                <a:latin typeface="Nunito Sans"/>
                <a:ea typeface="Nunito Sans"/>
                <a:cs typeface="Nunito Sans"/>
              </a:defRPr>
            </a:lvl3pPr>
            <a:lvl4pPr>
              <a:defRPr sz="2025" b="1" i="0">
                <a:solidFill>
                  <a:srgbClr val="233D54"/>
                </a:solidFill>
                <a:latin typeface="Nunito Sans"/>
                <a:ea typeface="Nunito Sans"/>
                <a:cs typeface="Nunito Sans"/>
              </a:defRPr>
            </a:lvl4pPr>
            <a:lvl5pPr>
              <a:defRPr sz="2025" b="1" i="0">
                <a:solidFill>
                  <a:srgbClr val="233D54"/>
                </a:solidFill>
                <a:latin typeface="Nunito Sans"/>
                <a:ea typeface="Nunito Sans"/>
                <a:cs typeface="Nunito Sans"/>
              </a:defRPr>
            </a:lvl5pPr>
            <a:lvl6pPr>
              <a:defRPr sz="2025" b="1" i="0">
                <a:solidFill>
                  <a:srgbClr val="233D54"/>
                </a:solidFill>
                <a:latin typeface="Nunito Sans"/>
                <a:ea typeface="Nunito Sans"/>
                <a:cs typeface="Nunito Sans"/>
              </a:defRPr>
            </a:lvl6pPr>
            <a:lvl7pPr>
              <a:defRPr sz="2025" b="1" i="0">
                <a:solidFill>
                  <a:srgbClr val="233D54"/>
                </a:solidFill>
                <a:latin typeface="Nunito Sans"/>
                <a:ea typeface="Nunito Sans"/>
                <a:cs typeface="Nunito Sans"/>
              </a:defRPr>
            </a:lvl7pPr>
            <a:lvl8pPr>
              <a:defRPr sz="2025" b="1" i="0">
                <a:solidFill>
                  <a:srgbClr val="233D54"/>
                </a:solidFill>
                <a:latin typeface="Nunito Sans"/>
                <a:ea typeface="Nunito Sans"/>
                <a:cs typeface="Nunito Sans"/>
              </a:defRPr>
            </a:lvl8pPr>
            <a:lvl9pPr>
              <a:defRPr sz="2025" b="1" i="0">
                <a:solidFill>
                  <a:srgbClr val="233D54"/>
                </a:solidFill>
                <a:latin typeface="Nunito Sans"/>
                <a:ea typeface="Nunito Sans"/>
                <a:cs typeface="Nunito Sans"/>
              </a:defRPr>
            </a:lvl9pPr>
          </a:lstStyle>
          <a:p xmlns:a="http://schemas.openxmlformats.org/drawingml/2006/main">
            <a:pPr>
              <a:defRPr sz="2025" b="1" i="0">
                <a:solidFill>
                  <a:srgbClr val="233D54"/>
                </a:solidFill>
                <a:latin typeface="Nunito Sans"/>
                <a:ea typeface="Nunito Sans"/>
                <a:cs typeface="Nunito Sans"/>
              </a:defRPr>
            </a:pPr>
            <a:r>
              <a:rPr sz="2025" b="1" i="0">
                <a:solidFill>
                  <a:srgbClr val="233D54"/>
                </a:solidFill>
                <a:latin typeface="Nunito Sans"/>
                <a:ea typeface="Nunito Sans"/>
                <a:cs typeface="Nunito Sans"/>
              </a:rPr>
              <a:t>Delivery model</a:t>
            </a:r>
          </a:p>
        </p:txBody>
      </p:sp>
      <p:sp>
        <p:nvSpPr>
          <p:cNvPr id="17" name="">
            <a:extLst xmlns:a="http://schemas.openxmlformats.org/drawingml/2006/main">
              <a:ext uri="{FF2B5EF4-FFF2-40B4-BE49-F238E27FC236}">
                <a16:creationId xmlns:a16="http://schemas.microsoft.com/office/drawing/2014/main" id="{705CE0CF-E96E-4116-966B-A8BD20A117E0}"/>
              </a:ext>
            </a:extLst>
          </p:cNvPr>
          <p:cNvSpPr>
            <a:spLocks xmlns:a="http://schemas.openxmlformats.org/drawingml/2006/main" noGrp="1"/>
          </p:cNvSpPr>
          <p:nvPr/>
        </p:nvSpPr>
        <p:spPr>
          <a:xfrm xmlns:a="http://schemas.openxmlformats.org/drawingml/2006/main">
            <a:off x="5095875" y="4895850"/>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i="0">
                <a:solidFill>
                  <a:srgbClr val="506B82"/>
                </a:solidFill>
                <a:latin typeface="Nunito Sans"/>
                <a:ea typeface="Nunito Sans"/>
                <a:cs typeface="Nunito Sans"/>
              </a:defRPr>
            </a:defPPr>
            <a:lvl1pPr>
              <a:defRPr sz="1875" b="0" i="0">
                <a:solidFill>
                  <a:srgbClr val="506B82"/>
                </a:solidFill>
                <a:latin typeface="Nunito Sans"/>
                <a:ea typeface="Nunito Sans"/>
                <a:cs typeface="Nunito Sans"/>
              </a:defRPr>
            </a:lvl1pPr>
            <a:lvl2pPr>
              <a:defRPr sz="1875" b="0" i="0">
                <a:solidFill>
                  <a:srgbClr val="506B82"/>
                </a:solidFill>
                <a:latin typeface="Nunito Sans"/>
                <a:ea typeface="Nunito Sans"/>
                <a:cs typeface="Nunito Sans"/>
              </a:defRPr>
            </a:lvl2pPr>
            <a:lvl3pPr>
              <a:defRPr sz="1875" b="0" i="0">
                <a:solidFill>
                  <a:srgbClr val="506B82"/>
                </a:solidFill>
                <a:latin typeface="Nunito Sans"/>
                <a:ea typeface="Nunito Sans"/>
                <a:cs typeface="Nunito Sans"/>
              </a:defRPr>
            </a:lvl3pPr>
            <a:lvl4pPr>
              <a:defRPr sz="1875" b="0" i="0">
                <a:solidFill>
                  <a:srgbClr val="506B82"/>
                </a:solidFill>
                <a:latin typeface="Nunito Sans"/>
                <a:ea typeface="Nunito Sans"/>
                <a:cs typeface="Nunito Sans"/>
              </a:defRPr>
            </a:lvl4pPr>
            <a:lvl5pPr>
              <a:defRPr sz="1875" b="0" i="0">
                <a:solidFill>
                  <a:srgbClr val="506B82"/>
                </a:solidFill>
                <a:latin typeface="Nunito Sans"/>
                <a:ea typeface="Nunito Sans"/>
                <a:cs typeface="Nunito Sans"/>
              </a:defRPr>
            </a:lvl5pPr>
            <a:lvl6pPr>
              <a:defRPr sz="1875" b="0" i="0">
                <a:solidFill>
                  <a:srgbClr val="506B82"/>
                </a:solidFill>
                <a:latin typeface="Nunito Sans"/>
                <a:ea typeface="Nunito Sans"/>
                <a:cs typeface="Nunito Sans"/>
              </a:defRPr>
            </a:lvl6pPr>
            <a:lvl7pPr>
              <a:defRPr sz="1875" b="0" i="0">
                <a:solidFill>
                  <a:srgbClr val="506B82"/>
                </a:solidFill>
                <a:latin typeface="Nunito Sans"/>
                <a:ea typeface="Nunito Sans"/>
                <a:cs typeface="Nunito Sans"/>
              </a:defRPr>
            </a:lvl7pPr>
            <a:lvl8pPr>
              <a:defRPr sz="1875" b="0" i="0">
                <a:solidFill>
                  <a:srgbClr val="506B82"/>
                </a:solidFill>
                <a:latin typeface="Nunito Sans"/>
                <a:ea typeface="Nunito Sans"/>
                <a:cs typeface="Nunito Sans"/>
              </a:defRPr>
            </a:lvl8pPr>
            <a:lvl9pPr>
              <a:defRPr sz="1875" b="0" i="0">
                <a:solidFill>
                  <a:srgbClr val="506B82"/>
                </a:solidFill>
                <a:latin typeface="Nunito Sans"/>
                <a:ea typeface="Nunito Sans"/>
                <a:cs typeface="Nunito Sans"/>
              </a:defRPr>
            </a:lvl9pPr>
          </a:lstStyle>
          <a:p xmlns:a="http://schemas.openxmlformats.org/drawingml/2006/main">
            <a:pPr>
              <a:defRPr sz="1875" b="0" i="0">
                <a:solidFill>
                  <a:srgbClr val="506B82"/>
                </a:solidFill>
                <a:latin typeface="Nunito Sans"/>
                <a:ea typeface="Nunito Sans"/>
                <a:cs typeface="Nunito Sans"/>
              </a:defRPr>
            </a:pPr>
            <a:r>
              <a:rPr sz="1875" b="0" i="0">
                <a:solidFill>
                  <a:srgbClr val="506B82"/>
                </a:solidFill>
                <a:latin typeface="Nunito Sans"/>
                <a:ea typeface="Nunito Sans"/>
                <a:cs typeface="Nunito Sans"/>
              </a:rPr>
              <a:t>Compact packets, retries and receipts in simulation.</a:t>
            </a:r>
          </a:p>
        </p:txBody>
      </p:sp>
      <p:sp>
        <p:nvSpPr>
          <p:cNvPr id="18" name="">
            <a:extLst xmlns:a="http://schemas.openxmlformats.org/drawingml/2006/main">
              <a:ext uri="{FF2B5EF4-FFF2-40B4-BE49-F238E27FC236}">
                <a16:creationId xmlns:a16="http://schemas.microsoft.com/office/drawing/2014/main" id="{3F2FE94B-9A66-4731-894F-8F373133F941}"/>
              </a:ext>
            </a:extLst>
          </p:cNvPr>
          <p:cNvSpPr>
            <a:spLocks xmlns:a="http://schemas.openxmlformats.org/drawingml/2006/main" noGrp="1"/>
          </p:cNvSpPr>
          <p:nvPr/>
        </p:nvSpPr>
        <p:spPr>
          <a:xfrm xmlns:a="http://schemas.openxmlformats.org/drawingml/2006/main">
            <a:off x="552450" y="59626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i="0">
                <a:solidFill>
                  <a:srgbClr val="2868AA"/>
                </a:solidFill>
                <a:latin typeface="Nunito Sans"/>
                <a:ea typeface="Nunito Sans"/>
                <a:cs typeface="Nunito Sans"/>
              </a:defRPr>
            </a:defPPr>
            <a:lvl1pPr>
              <a:defRPr sz="2100" b="1" i="0">
                <a:solidFill>
                  <a:srgbClr val="2868AA"/>
                </a:solidFill>
                <a:latin typeface="Nunito Sans"/>
                <a:ea typeface="Nunito Sans"/>
                <a:cs typeface="Nunito Sans"/>
              </a:defRPr>
            </a:lvl1pPr>
            <a:lvl2pPr>
              <a:defRPr sz="2100" b="1" i="0">
                <a:solidFill>
                  <a:srgbClr val="2868AA"/>
                </a:solidFill>
                <a:latin typeface="Nunito Sans"/>
                <a:ea typeface="Nunito Sans"/>
                <a:cs typeface="Nunito Sans"/>
              </a:defRPr>
            </a:lvl2pPr>
            <a:lvl3pPr>
              <a:defRPr sz="2100" b="1" i="0">
                <a:solidFill>
                  <a:srgbClr val="2868AA"/>
                </a:solidFill>
                <a:latin typeface="Nunito Sans"/>
                <a:ea typeface="Nunito Sans"/>
                <a:cs typeface="Nunito Sans"/>
              </a:defRPr>
            </a:lvl3pPr>
            <a:lvl4pPr>
              <a:defRPr sz="2100" b="1" i="0">
                <a:solidFill>
                  <a:srgbClr val="2868AA"/>
                </a:solidFill>
                <a:latin typeface="Nunito Sans"/>
                <a:ea typeface="Nunito Sans"/>
                <a:cs typeface="Nunito Sans"/>
              </a:defRPr>
            </a:lvl4pPr>
            <a:lvl5pPr>
              <a:defRPr sz="2100" b="1" i="0">
                <a:solidFill>
                  <a:srgbClr val="2868AA"/>
                </a:solidFill>
                <a:latin typeface="Nunito Sans"/>
                <a:ea typeface="Nunito Sans"/>
                <a:cs typeface="Nunito Sans"/>
              </a:defRPr>
            </a:lvl5pPr>
            <a:lvl6pPr>
              <a:defRPr sz="2100" b="1" i="0">
                <a:solidFill>
                  <a:srgbClr val="2868AA"/>
                </a:solidFill>
                <a:latin typeface="Nunito Sans"/>
                <a:ea typeface="Nunito Sans"/>
                <a:cs typeface="Nunito Sans"/>
              </a:defRPr>
            </a:lvl6pPr>
            <a:lvl7pPr>
              <a:defRPr sz="2100" b="1" i="0">
                <a:solidFill>
                  <a:srgbClr val="2868AA"/>
                </a:solidFill>
                <a:latin typeface="Nunito Sans"/>
                <a:ea typeface="Nunito Sans"/>
                <a:cs typeface="Nunito Sans"/>
              </a:defRPr>
            </a:lvl7pPr>
            <a:lvl8pPr>
              <a:defRPr sz="2100" b="1" i="0">
                <a:solidFill>
                  <a:srgbClr val="2868AA"/>
                </a:solidFill>
                <a:latin typeface="Nunito Sans"/>
                <a:ea typeface="Nunito Sans"/>
                <a:cs typeface="Nunito Sans"/>
              </a:defRPr>
            </a:lvl8pPr>
            <a:lvl9pPr>
              <a:defRPr sz="2100" b="1" i="0">
                <a:solidFill>
                  <a:srgbClr val="2868AA"/>
                </a:solidFill>
                <a:latin typeface="Nunito Sans"/>
                <a:ea typeface="Nunito Sans"/>
                <a:cs typeface="Nunito Sans"/>
              </a:defRPr>
            </a:lvl9pPr>
          </a:lstStyle>
          <a:p xmlns:a="http://schemas.openxmlformats.org/drawingml/2006/main">
            <a:pPr>
              <a:defRPr sz="2100" b="1" i="0">
                <a:solidFill>
                  <a:srgbClr val="2868AA"/>
                </a:solidFill>
                <a:latin typeface="Nunito Sans"/>
                <a:ea typeface="Nunito Sans"/>
                <a:cs typeface="Nunito Sans"/>
              </a:defRPr>
            </a:pPr>
            <a:r>
              <a:rPr sz="2100" b="1" i="0">
                <a:solidFill>
                  <a:srgbClr val="2868AA"/>
                </a:solidFill>
                <a:latin typeface="Nunito Sans"/>
                <a:ea typeface="Nunito Sans"/>
                <a:cs typeface="Nunito Sans"/>
              </a:rPr>
              <a:t>241 backend tests passed</a:t>
            </a:r>
          </a:p>
        </p:txBody>
      </p:sp>
      <p:sp>
        <p:nvSpPr>
          <p:cNvPr id="19" name="">
            <a:extLst xmlns:a="http://schemas.openxmlformats.org/drawingml/2006/main">
              <a:ext uri="{FF2B5EF4-FFF2-40B4-BE49-F238E27FC236}">
                <a16:creationId xmlns:a16="http://schemas.microsoft.com/office/drawing/2014/main" id="{7172E876-6DFE-49A5-9698-6C713251C2BF}"/>
              </a:ext>
            </a:extLst>
          </p:cNvPr>
          <p:cNvSpPr>
            <a:spLocks xmlns:a="http://schemas.openxmlformats.org/drawingml/2006/main" noGrp="1"/>
          </p:cNvSpPr>
          <p:nvPr/>
        </p:nvSpPr>
        <p:spPr>
          <a:xfrm xmlns:a="http://schemas.openxmlformats.org/drawingml/2006/main">
            <a:off x="6229350" y="59626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i="0">
                <a:solidFill>
                  <a:srgbClr val="2868AA"/>
                </a:solidFill>
                <a:latin typeface="Nunito Sans"/>
                <a:ea typeface="Nunito Sans"/>
                <a:cs typeface="Nunito Sans"/>
              </a:defRPr>
            </a:defPPr>
            <a:lvl1pPr>
              <a:defRPr sz="2100" b="1" i="0">
                <a:solidFill>
                  <a:srgbClr val="2868AA"/>
                </a:solidFill>
                <a:latin typeface="Nunito Sans"/>
                <a:ea typeface="Nunito Sans"/>
                <a:cs typeface="Nunito Sans"/>
              </a:defRPr>
            </a:lvl1pPr>
            <a:lvl2pPr>
              <a:defRPr sz="2100" b="1" i="0">
                <a:solidFill>
                  <a:srgbClr val="2868AA"/>
                </a:solidFill>
                <a:latin typeface="Nunito Sans"/>
                <a:ea typeface="Nunito Sans"/>
                <a:cs typeface="Nunito Sans"/>
              </a:defRPr>
            </a:lvl2pPr>
            <a:lvl3pPr>
              <a:defRPr sz="2100" b="1" i="0">
                <a:solidFill>
                  <a:srgbClr val="2868AA"/>
                </a:solidFill>
                <a:latin typeface="Nunito Sans"/>
                <a:ea typeface="Nunito Sans"/>
                <a:cs typeface="Nunito Sans"/>
              </a:defRPr>
            </a:lvl3pPr>
            <a:lvl4pPr>
              <a:defRPr sz="2100" b="1" i="0">
                <a:solidFill>
                  <a:srgbClr val="2868AA"/>
                </a:solidFill>
                <a:latin typeface="Nunito Sans"/>
                <a:ea typeface="Nunito Sans"/>
                <a:cs typeface="Nunito Sans"/>
              </a:defRPr>
            </a:lvl4pPr>
            <a:lvl5pPr>
              <a:defRPr sz="2100" b="1" i="0">
                <a:solidFill>
                  <a:srgbClr val="2868AA"/>
                </a:solidFill>
                <a:latin typeface="Nunito Sans"/>
                <a:ea typeface="Nunito Sans"/>
                <a:cs typeface="Nunito Sans"/>
              </a:defRPr>
            </a:lvl5pPr>
            <a:lvl6pPr>
              <a:defRPr sz="2100" b="1" i="0">
                <a:solidFill>
                  <a:srgbClr val="2868AA"/>
                </a:solidFill>
                <a:latin typeface="Nunito Sans"/>
                <a:ea typeface="Nunito Sans"/>
                <a:cs typeface="Nunito Sans"/>
              </a:defRPr>
            </a:lvl6pPr>
            <a:lvl7pPr>
              <a:defRPr sz="2100" b="1" i="0">
                <a:solidFill>
                  <a:srgbClr val="2868AA"/>
                </a:solidFill>
                <a:latin typeface="Nunito Sans"/>
                <a:ea typeface="Nunito Sans"/>
                <a:cs typeface="Nunito Sans"/>
              </a:defRPr>
            </a:lvl7pPr>
            <a:lvl8pPr>
              <a:defRPr sz="2100" b="1" i="0">
                <a:solidFill>
                  <a:srgbClr val="2868AA"/>
                </a:solidFill>
                <a:latin typeface="Nunito Sans"/>
                <a:ea typeface="Nunito Sans"/>
                <a:cs typeface="Nunito Sans"/>
              </a:defRPr>
            </a:lvl8pPr>
            <a:lvl9pPr>
              <a:defRPr sz="2100" b="1" i="0">
                <a:solidFill>
                  <a:srgbClr val="2868AA"/>
                </a:solidFill>
                <a:latin typeface="Nunito Sans"/>
                <a:ea typeface="Nunito Sans"/>
                <a:cs typeface="Nunito Sans"/>
              </a:defRPr>
            </a:lvl9pPr>
          </a:lstStyle>
          <a:p xmlns:a="http://schemas.openxmlformats.org/drawingml/2006/main">
            <a:pPr>
              <a:defRPr sz="2100" b="1" i="0">
                <a:solidFill>
                  <a:srgbClr val="2868AA"/>
                </a:solidFill>
                <a:latin typeface="Nunito Sans"/>
                <a:ea typeface="Nunito Sans"/>
                <a:cs typeface="Nunito Sans"/>
              </a:defRPr>
            </a:pPr>
            <a:r>
              <a:rPr sz="2100" b="1" i="0">
                <a:solidFill>
                  <a:srgbClr val="2868AA"/>
                </a:solidFill>
                <a:latin typeface="Nunito Sans"/>
                <a:ea typeface="Nunito Sans"/>
                <a:cs typeface="Nunito Sans"/>
              </a:rPr>
              <a:t>45 distinct browser checks passed</a:t>
            </a:r>
          </a:p>
        </p:txBody>
      </p:sp>
    </p:spTree>
    <p:extLst>
      <p:ext uri="{BB962C8B-B14F-4D97-AF65-F5344CB8AC3E}">
        <p14:creationId xmlns:p14="http://schemas.microsoft.com/office/powerpoint/2010/main" val="1332256630"/>
      </p:ext>
    </p:extLst>
  </p:cSld>
</p:sld>
</file>

<file path=ppt/slides/slide8.xml><?xml version="1.0" encoding="utf-8"?>
<p:sld xmlns:p="http://schemas.openxmlformats.org/presentationml/2006/main">
  <p:cSld>
    <p:bg>
      <p:bgPr>
        <a:solidFill xmlns:a="http://schemas.openxmlformats.org/drawingml/2006/main">
          <a:srgbClr val="EAF3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AAEDC77-1020-42D6-860D-7D04E7F1E51E}"/>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08</a:t>
            </a:r>
          </a:p>
        </p:txBody>
      </p:sp>
      <p:sp>
        <p:nvSpPr>
          <p:cNvPr id="2" name="">
            <a:extLst xmlns:a="http://schemas.openxmlformats.org/drawingml/2006/main">
              <a:ext uri="{FF2B5EF4-FFF2-40B4-BE49-F238E27FC236}">
                <a16:creationId xmlns:a16="http://schemas.microsoft.com/office/drawing/2014/main" id="{6FDD9F83-0514-43C5-AAA7-1283406116C9}"/>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2BEA7295-404B-4D30-BA22-8D039394341F}"/>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76FFDEDA-91EA-4CD9-8E4D-D1EAB2C0B7CC}"/>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The global twist</a:t>
            </a:r>
          </a:p>
        </p:txBody>
      </p:sp>
      <p:sp>
        <p:nvSpPr>
          <p:cNvPr id="5" name="">
            <a:extLst xmlns:a="http://schemas.openxmlformats.org/drawingml/2006/main">
              <a:ext uri="{FF2B5EF4-FFF2-40B4-BE49-F238E27FC236}">
                <a16:creationId xmlns:a16="http://schemas.microsoft.com/office/drawing/2014/main" id="{3C46CC81-FD6E-4948-80AF-7E8B72C0EF61}"/>
              </a:ext>
            </a:extLst>
          </p:cNvPr>
          <p:cNvSpPr>
            <a:spLocks xmlns:a="http://schemas.openxmlformats.org/drawingml/2006/main" noGrp="1"/>
          </p:cNvSpPr>
          <p:nvPr/>
        </p:nvSpPr>
        <p:spPr>
          <a:xfrm xmlns:a="http://schemas.openxmlformats.org/drawingml/2006/main">
            <a:off x="533400" y="1028700"/>
            <a:ext cx="666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950" b="1" i="0">
                <a:solidFill>
                  <a:srgbClr val="233D54"/>
                </a:solidFill>
                <a:latin typeface="Nunito Sans"/>
                <a:ea typeface="Nunito Sans"/>
                <a:cs typeface="Nunito Sans"/>
              </a:defRPr>
            </a:defPPr>
            <a:lvl1pPr>
              <a:defRPr sz="4950" b="1" i="0">
                <a:solidFill>
                  <a:srgbClr val="233D54"/>
                </a:solidFill>
                <a:latin typeface="Nunito Sans"/>
                <a:ea typeface="Nunito Sans"/>
                <a:cs typeface="Nunito Sans"/>
              </a:defRPr>
            </a:lvl1pPr>
            <a:lvl2pPr>
              <a:defRPr sz="4950" b="1" i="0">
                <a:solidFill>
                  <a:srgbClr val="233D54"/>
                </a:solidFill>
                <a:latin typeface="Nunito Sans"/>
                <a:ea typeface="Nunito Sans"/>
                <a:cs typeface="Nunito Sans"/>
              </a:defRPr>
            </a:lvl2pPr>
            <a:lvl3pPr>
              <a:defRPr sz="4950" b="1" i="0">
                <a:solidFill>
                  <a:srgbClr val="233D54"/>
                </a:solidFill>
                <a:latin typeface="Nunito Sans"/>
                <a:ea typeface="Nunito Sans"/>
                <a:cs typeface="Nunito Sans"/>
              </a:defRPr>
            </a:lvl3pPr>
            <a:lvl4pPr>
              <a:defRPr sz="4950" b="1" i="0">
                <a:solidFill>
                  <a:srgbClr val="233D54"/>
                </a:solidFill>
                <a:latin typeface="Nunito Sans"/>
                <a:ea typeface="Nunito Sans"/>
                <a:cs typeface="Nunito Sans"/>
              </a:defRPr>
            </a:lvl4pPr>
            <a:lvl5pPr>
              <a:defRPr sz="4950" b="1" i="0">
                <a:solidFill>
                  <a:srgbClr val="233D54"/>
                </a:solidFill>
                <a:latin typeface="Nunito Sans"/>
                <a:ea typeface="Nunito Sans"/>
                <a:cs typeface="Nunito Sans"/>
              </a:defRPr>
            </a:lvl5pPr>
            <a:lvl6pPr>
              <a:defRPr sz="4950" b="1" i="0">
                <a:solidFill>
                  <a:srgbClr val="233D54"/>
                </a:solidFill>
                <a:latin typeface="Nunito Sans"/>
                <a:ea typeface="Nunito Sans"/>
                <a:cs typeface="Nunito Sans"/>
              </a:defRPr>
            </a:lvl6pPr>
            <a:lvl7pPr>
              <a:defRPr sz="4950" b="1" i="0">
                <a:solidFill>
                  <a:srgbClr val="233D54"/>
                </a:solidFill>
                <a:latin typeface="Nunito Sans"/>
                <a:ea typeface="Nunito Sans"/>
                <a:cs typeface="Nunito Sans"/>
              </a:defRPr>
            </a:lvl7pPr>
            <a:lvl8pPr>
              <a:defRPr sz="4950" b="1" i="0">
                <a:solidFill>
                  <a:srgbClr val="233D54"/>
                </a:solidFill>
                <a:latin typeface="Nunito Sans"/>
                <a:ea typeface="Nunito Sans"/>
                <a:cs typeface="Nunito Sans"/>
              </a:defRPr>
            </a:lvl8pPr>
            <a:lvl9pPr>
              <a:defRPr sz="4950" b="1" i="0">
                <a:solidFill>
                  <a:srgbClr val="233D54"/>
                </a:solidFill>
                <a:latin typeface="Nunito Sans"/>
                <a:ea typeface="Nunito Sans"/>
                <a:cs typeface="Nunito Sans"/>
              </a:defRPr>
            </a:lvl9pPr>
          </a:lstStyle>
          <a:p xmlns:a="http://schemas.openxmlformats.org/drawingml/2006/main">
            <a:pPr>
              <a:defRPr sz="4950" b="1" i="0">
                <a:solidFill>
                  <a:srgbClr val="233D54"/>
                </a:solidFill>
                <a:latin typeface="Nunito Sans"/>
                <a:ea typeface="Nunito Sans"/>
                <a:cs typeface="Nunito Sans"/>
              </a:defRPr>
            </a:pPr>
            <a:r>
              <a:rPr sz="4950" b="1" i="0">
                <a:solidFill>
                  <a:srgbClr val="233D54"/>
                </a:solidFill>
                <a:latin typeface="Nunito Sans"/>
                <a:ea typeface="Nunito Sans"/>
                <a:cs typeface="Nunito Sans"/>
              </a:rPr>
              <a:t>One site first.</a:t>
            </a:r>
          </a:p>
          <a:p xmlns:a="http://schemas.openxmlformats.org/drawingml/2006/main">
            <a:pPr>
              <a:defRPr sz="4950" b="1" i="0">
                <a:solidFill>
                  <a:srgbClr val="233D54"/>
                </a:solidFill>
                <a:latin typeface="Nunito Sans"/>
                <a:ea typeface="Nunito Sans"/>
                <a:cs typeface="Nunito Sans"/>
              </a:defRPr>
            </a:pPr>
            <a:r>
              <a:rPr sz="4950" b="1" i="0">
                <a:solidFill>
                  <a:srgbClr val="233D54"/>
                </a:solidFill>
                <a:latin typeface="Nunito Sans"/>
                <a:ea typeface="Nunito Sans"/>
                <a:cs typeface="Nunito Sans"/>
              </a:rPr>
              <a:t>Then more regions.</a:t>
            </a:r>
          </a:p>
        </p:txBody>
      </p:sp>
      <p:sp>
        <p:nvSpPr>
          <p:cNvPr id="6" name="">
            <a:extLst xmlns:a="http://schemas.openxmlformats.org/drawingml/2006/main">
              <a:ext uri="{FF2B5EF4-FFF2-40B4-BE49-F238E27FC236}">
                <a16:creationId xmlns:a16="http://schemas.microsoft.com/office/drawing/2014/main" id="{7ABCC5D9-C871-453B-B295-A446A9057885}"/>
              </a:ext>
            </a:extLst>
          </p:cNvPr>
          <p:cNvSpPr>
            <a:spLocks xmlns:a="http://schemas.openxmlformats.org/drawingml/2006/main" noGrp="1"/>
          </p:cNvSpPr>
          <p:nvPr/>
        </p:nvSpPr>
        <p:spPr>
          <a:xfrm xmlns:a="http://schemas.openxmlformats.org/drawingml/2006/main">
            <a:off x="571500" y="362902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i="0">
                <a:solidFill>
                  <a:srgbClr val="233D54"/>
                </a:solidFill>
                <a:latin typeface="Nunito Sans"/>
                <a:ea typeface="Nunito Sans"/>
                <a:cs typeface="Nunito Sans"/>
              </a:defRPr>
            </a:defPPr>
            <a:lvl1pPr>
              <a:defRPr sz="2250" b="1" i="0">
                <a:solidFill>
                  <a:srgbClr val="233D54"/>
                </a:solidFill>
                <a:latin typeface="Nunito Sans"/>
                <a:ea typeface="Nunito Sans"/>
                <a:cs typeface="Nunito Sans"/>
              </a:defRPr>
            </a:lvl1pPr>
            <a:lvl2pPr>
              <a:defRPr sz="2250" b="1" i="0">
                <a:solidFill>
                  <a:srgbClr val="233D54"/>
                </a:solidFill>
                <a:latin typeface="Nunito Sans"/>
                <a:ea typeface="Nunito Sans"/>
                <a:cs typeface="Nunito Sans"/>
              </a:defRPr>
            </a:lvl2pPr>
            <a:lvl3pPr>
              <a:defRPr sz="2250" b="1" i="0">
                <a:solidFill>
                  <a:srgbClr val="233D54"/>
                </a:solidFill>
                <a:latin typeface="Nunito Sans"/>
                <a:ea typeface="Nunito Sans"/>
                <a:cs typeface="Nunito Sans"/>
              </a:defRPr>
            </a:lvl3pPr>
            <a:lvl4pPr>
              <a:defRPr sz="2250" b="1" i="0">
                <a:solidFill>
                  <a:srgbClr val="233D54"/>
                </a:solidFill>
                <a:latin typeface="Nunito Sans"/>
                <a:ea typeface="Nunito Sans"/>
                <a:cs typeface="Nunito Sans"/>
              </a:defRPr>
            </a:lvl4pPr>
            <a:lvl5pPr>
              <a:defRPr sz="2250" b="1" i="0">
                <a:solidFill>
                  <a:srgbClr val="233D54"/>
                </a:solidFill>
                <a:latin typeface="Nunito Sans"/>
                <a:ea typeface="Nunito Sans"/>
                <a:cs typeface="Nunito Sans"/>
              </a:defRPr>
            </a:lvl5pPr>
            <a:lvl6pPr>
              <a:defRPr sz="2250" b="1" i="0">
                <a:solidFill>
                  <a:srgbClr val="233D54"/>
                </a:solidFill>
                <a:latin typeface="Nunito Sans"/>
                <a:ea typeface="Nunito Sans"/>
                <a:cs typeface="Nunito Sans"/>
              </a:defRPr>
            </a:lvl6pPr>
            <a:lvl7pPr>
              <a:defRPr sz="2250" b="1" i="0">
                <a:solidFill>
                  <a:srgbClr val="233D54"/>
                </a:solidFill>
                <a:latin typeface="Nunito Sans"/>
                <a:ea typeface="Nunito Sans"/>
                <a:cs typeface="Nunito Sans"/>
              </a:defRPr>
            </a:lvl7pPr>
            <a:lvl8pPr>
              <a:defRPr sz="2250" b="1" i="0">
                <a:solidFill>
                  <a:srgbClr val="233D54"/>
                </a:solidFill>
                <a:latin typeface="Nunito Sans"/>
                <a:ea typeface="Nunito Sans"/>
                <a:cs typeface="Nunito Sans"/>
              </a:defRPr>
            </a:lvl8pPr>
            <a:lvl9pPr>
              <a:defRPr sz="2250" b="1" i="0">
                <a:solidFill>
                  <a:srgbClr val="233D54"/>
                </a:solidFill>
                <a:latin typeface="Nunito Sans"/>
                <a:ea typeface="Nunito Sans"/>
                <a:cs typeface="Nunito Sans"/>
              </a:defRPr>
            </a:lvl9pPr>
          </a:lstStyle>
          <a:p xmlns:a="http://schemas.openxmlformats.org/drawingml/2006/main">
            <a:pPr>
              <a:defRPr sz="2250" b="1" i="0">
                <a:solidFill>
                  <a:srgbClr val="233D54"/>
                </a:solidFill>
                <a:latin typeface="Nunito Sans"/>
                <a:ea typeface="Nunito Sans"/>
                <a:cs typeface="Nunito Sans"/>
              </a:defRPr>
            </a:pPr>
            <a:r>
              <a:rPr sz="2250" b="1" i="0">
                <a:solidFill>
                  <a:srgbClr val="233D54"/>
                </a:solidFill>
                <a:latin typeface="Nunito Sans"/>
                <a:ea typeface="Nunito Sans"/>
                <a:cs typeface="Nunito Sans"/>
              </a:rPr>
              <a:t>First pilot</a:t>
            </a:r>
          </a:p>
        </p:txBody>
      </p:sp>
      <p:sp>
        <p:nvSpPr>
          <p:cNvPr id="7" name="">
            <a:extLst xmlns:a="http://schemas.openxmlformats.org/drawingml/2006/main">
              <a:ext uri="{FF2B5EF4-FFF2-40B4-BE49-F238E27FC236}">
                <a16:creationId xmlns:a16="http://schemas.microsoft.com/office/drawing/2014/main" id="{C22452C6-2D9E-4328-BCAE-4EE3CDF3C4C4}"/>
              </a:ext>
            </a:extLst>
          </p:cNvPr>
          <p:cNvSpPr>
            <a:spLocks xmlns:a="http://schemas.openxmlformats.org/drawingml/2006/main" noGrp="1"/>
          </p:cNvSpPr>
          <p:nvPr/>
        </p:nvSpPr>
        <p:spPr>
          <a:xfrm xmlns:a="http://schemas.openxmlformats.org/drawingml/2006/main">
            <a:off x="571500" y="4295775"/>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i="0">
                <a:solidFill>
                  <a:srgbClr val="506B82"/>
                </a:solidFill>
                <a:latin typeface="Nunito Sans"/>
                <a:ea typeface="Nunito Sans"/>
                <a:cs typeface="Nunito Sans"/>
              </a:defRPr>
            </a:defPPr>
            <a:lvl1pPr>
              <a:defRPr sz="2100" b="0" i="0">
                <a:solidFill>
                  <a:srgbClr val="506B82"/>
                </a:solidFill>
                <a:latin typeface="Nunito Sans"/>
                <a:ea typeface="Nunito Sans"/>
                <a:cs typeface="Nunito Sans"/>
              </a:defRPr>
            </a:lvl1pPr>
            <a:lvl2pPr>
              <a:defRPr sz="2100" b="0" i="0">
                <a:solidFill>
                  <a:srgbClr val="506B82"/>
                </a:solidFill>
                <a:latin typeface="Nunito Sans"/>
                <a:ea typeface="Nunito Sans"/>
                <a:cs typeface="Nunito Sans"/>
              </a:defRPr>
            </a:lvl2pPr>
            <a:lvl3pPr>
              <a:defRPr sz="2100" b="0" i="0">
                <a:solidFill>
                  <a:srgbClr val="506B82"/>
                </a:solidFill>
                <a:latin typeface="Nunito Sans"/>
                <a:ea typeface="Nunito Sans"/>
                <a:cs typeface="Nunito Sans"/>
              </a:defRPr>
            </a:lvl3pPr>
            <a:lvl4pPr>
              <a:defRPr sz="2100" b="0" i="0">
                <a:solidFill>
                  <a:srgbClr val="506B82"/>
                </a:solidFill>
                <a:latin typeface="Nunito Sans"/>
                <a:ea typeface="Nunito Sans"/>
                <a:cs typeface="Nunito Sans"/>
              </a:defRPr>
            </a:lvl4pPr>
            <a:lvl5pPr>
              <a:defRPr sz="2100" b="0" i="0">
                <a:solidFill>
                  <a:srgbClr val="506B82"/>
                </a:solidFill>
                <a:latin typeface="Nunito Sans"/>
                <a:ea typeface="Nunito Sans"/>
                <a:cs typeface="Nunito Sans"/>
              </a:defRPr>
            </a:lvl5pPr>
            <a:lvl6pPr>
              <a:defRPr sz="2100" b="0" i="0">
                <a:solidFill>
                  <a:srgbClr val="506B82"/>
                </a:solidFill>
                <a:latin typeface="Nunito Sans"/>
                <a:ea typeface="Nunito Sans"/>
                <a:cs typeface="Nunito Sans"/>
              </a:defRPr>
            </a:lvl6pPr>
            <a:lvl7pPr>
              <a:defRPr sz="2100" b="0" i="0">
                <a:solidFill>
                  <a:srgbClr val="506B82"/>
                </a:solidFill>
                <a:latin typeface="Nunito Sans"/>
                <a:ea typeface="Nunito Sans"/>
                <a:cs typeface="Nunito Sans"/>
              </a:defRPr>
            </a:lvl7pPr>
            <a:lvl8pPr>
              <a:defRPr sz="2100" b="0" i="0">
                <a:solidFill>
                  <a:srgbClr val="506B82"/>
                </a:solidFill>
                <a:latin typeface="Nunito Sans"/>
                <a:ea typeface="Nunito Sans"/>
                <a:cs typeface="Nunito Sans"/>
              </a:defRPr>
            </a:lvl8pPr>
            <a:lvl9pPr>
              <a:defRPr sz="2100" b="0" i="0">
                <a:solidFill>
                  <a:srgbClr val="506B82"/>
                </a:solidFill>
                <a:latin typeface="Nunito Sans"/>
                <a:ea typeface="Nunito Sans"/>
                <a:cs typeface="Nunito Sans"/>
              </a:defRPr>
            </a:lvl9pPr>
          </a:lstStyle>
          <a:p xmlns:a="http://schemas.openxmlformats.org/drawingml/2006/main">
            <a:pPr>
              <a:defRPr sz="2100" b="0" i="0">
                <a:solidFill>
                  <a:srgbClr val="506B82"/>
                </a:solidFill>
                <a:latin typeface="Nunito Sans"/>
                <a:ea typeface="Nunito Sans"/>
                <a:cs typeface="Nunito Sans"/>
              </a:defRPr>
            </a:pPr>
            <a:r>
              <a:rPr sz="2100" b="0" i="0">
                <a:solidFill>
                  <a:srgbClr val="506B82"/>
                </a:solidFill>
                <a:latin typeface="Nunito Sans"/>
                <a:ea typeface="Nunito Sans"/>
                <a:cs typeface="Nunito Sans"/>
              </a:rPr>
              <a:t>An LA facilities team first.</a:t>
            </a:r>
          </a:p>
          <a:p xmlns:a="http://schemas.openxmlformats.org/drawingml/2006/main">
            <a:pPr>
              <a:defRPr sz="2100" b="0" i="0">
                <a:solidFill>
                  <a:srgbClr val="506B82"/>
                </a:solidFill>
                <a:latin typeface="Nunito Sans"/>
                <a:ea typeface="Nunito Sans"/>
                <a:cs typeface="Nunito Sans"/>
              </a:defRPr>
            </a:pPr>
            <a:r>
              <a:rPr sz="2100" b="0" i="0">
                <a:solidFill>
                  <a:srgbClr val="506B82"/>
                </a:solidFill>
                <a:latin typeface="Nunito Sans"/>
                <a:ea typeface="Nunito Sans"/>
                <a:cs typeface="Nunito Sans"/>
              </a:rPr>
              <a:t>Then a Spanish-language</a:t>
            </a:r>
          </a:p>
          <a:p xmlns:a="http://schemas.openxmlformats.org/drawingml/2006/main">
            <a:pPr>
              <a:defRPr sz="2100" b="0" i="0">
                <a:solidFill>
                  <a:srgbClr val="506B82"/>
                </a:solidFill>
                <a:latin typeface="Nunito Sans"/>
                <a:ea typeface="Nunito Sans"/>
                <a:cs typeface="Nunito Sans"/>
              </a:defRPr>
            </a:pPr>
            <a:r>
              <a:rPr sz="2100" b="0" i="0">
                <a:solidFill>
                  <a:srgbClr val="506B82"/>
                </a:solidFill>
                <a:latin typeface="Nunito Sans"/>
                <a:ea typeface="Nunito Sans"/>
                <a:cs typeface="Nunito Sans"/>
              </a:rPr>
              <a:t>warehouse pilot in Mexico City.</a:t>
            </a:r>
          </a:p>
        </p:txBody>
      </p:sp>
      <p:sp>
        <p:nvSpPr>
          <p:cNvPr id="8" name="">
            <a:extLst xmlns:a="http://schemas.openxmlformats.org/drawingml/2006/main">
              <a:ext uri="{FF2B5EF4-FFF2-40B4-BE49-F238E27FC236}">
                <a16:creationId xmlns:a16="http://schemas.microsoft.com/office/drawing/2014/main" id="{EC7CD39B-A9A6-4AEE-8295-8970411C2ECD}"/>
              </a:ext>
            </a:extLst>
          </p:cNvPr>
          <p:cNvSpPr>
            <a:spLocks xmlns:a="http://schemas.openxmlformats.org/drawingml/2006/main" noGrp="1"/>
          </p:cNvSpPr>
          <p:nvPr/>
        </p:nvSpPr>
        <p:spPr>
          <a:xfrm xmlns:a="http://schemas.openxmlformats.org/drawingml/2006/main">
            <a:off x="7315200" y="11620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i="0">
                <a:solidFill>
                  <a:srgbClr val="2868AA"/>
                </a:solidFill>
                <a:latin typeface="Nunito Sans"/>
                <a:ea typeface="Nunito Sans"/>
                <a:cs typeface="Nunito Sans"/>
              </a:defRPr>
            </a:defPPr>
            <a:lvl1pPr>
              <a:defRPr sz="2175" b="1" i="0">
                <a:solidFill>
                  <a:srgbClr val="2868AA"/>
                </a:solidFill>
                <a:latin typeface="Nunito Sans"/>
                <a:ea typeface="Nunito Sans"/>
                <a:cs typeface="Nunito Sans"/>
              </a:defRPr>
            </a:lvl1pPr>
            <a:lvl2pPr>
              <a:defRPr sz="2175" b="1" i="0">
                <a:solidFill>
                  <a:srgbClr val="2868AA"/>
                </a:solidFill>
                <a:latin typeface="Nunito Sans"/>
                <a:ea typeface="Nunito Sans"/>
                <a:cs typeface="Nunito Sans"/>
              </a:defRPr>
            </a:lvl2pPr>
            <a:lvl3pPr>
              <a:defRPr sz="2175" b="1" i="0">
                <a:solidFill>
                  <a:srgbClr val="2868AA"/>
                </a:solidFill>
                <a:latin typeface="Nunito Sans"/>
                <a:ea typeface="Nunito Sans"/>
                <a:cs typeface="Nunito Sans"/>
              </a:defRPr>
            </a:lvl3pPr>
            <a:lvl4pPr>
              <a:defRPr sz="2175" b="1" i="0">
                <a:solidFill>
                  <a:srgbClr val="2868AA"/>
                </a:solidFill>
                <a:latin typeface="Nunito Sans"/>
                <a:ea typeface="Nunito Sans"/>
                <a:cs typeface="Nunito Sans"/>
              </a:defRPr>
            </a:lvl4pPr>
            <a:lvl5pPr>
              <a:defRPr sz="2175" b="1" i="0">
                <a:solidFill>
                  <a:srgbClr val="2868AA"/>
                </a:solidFill>
                <a:latin typeface="Nunito Sans"/>
                <a:ea typeface="Nunito Sans"/>
                <a:cs typeface="Nunito Sans"/>
              </a:defRPr>
            </a:lvl5pPr>
            <a:lvl6pPr>
              <a:defRPr sz="2175" b="1" i="0">
                <a:solidFill>
                  <a:srgbClr val="2868AA"/>
                </a:solidFill>
                <a:latin typeface="Nunito Sans"/>
                <a:ea typeface="Nunito Sans"/>
                <a:cs typeface="Nunito Sans"/>
              </a:defRPr>
            </a:lvl6pPr>
            <a:lvl7pPr>
              <a:defRPr sz="2175" b="1" i="0">
                <a:solidFill>
                  <a:srgbClr val="2868AA"/>
                </a:solidFill>
                <a:latin typeface="Nunito Sans"/>
                <a:ea typeface="Nunito Sans"/>
                <a:cs typeface="Nunito Sans"/>
              </a:defRPr>
            </a:lvl7pPr>
            <a:lvl8pPr>
              <a:defRPr sz="2175" b="1" i="0">
                <a:solidFill>
                  <a:srgbClr val="2868AA"/>
                </a:solidFill>
                <a:latin typeface="Nunito Sans"/>
                <a:ea typeface="Nunito Sans"/>
                <a:cs typeface="Nunito Sans"/>
              </a:defRPr>
            </a:lvl8pPr>
            <a:lvl9pPr>
              <a:defRPr sz="2175" b="1" i="0">
                <a:solidFill>
                  <a:srgbClr val="2868AA"/>
                </a:solidFill>
                <a:latin typeface="Nunito Sans"/>
                <a:ea typeface="Nunito Sans"/>
                <a:cs typeface="Nunito Sans"/>
              </a:defRPr>
            </a:lvl9pPr>
          </a:lstStyle>
          <a:p xmlns:a="http://schemas.openxmlformats.org/drawingml/2006/main">
            <a:pPr>
              <a:defRPr sz="2175" b="1" i="0">
                <a:solidFill>
                  <a:srgbClr val="2868AA"/>
                </a:solidFill>
                <a:latin typeface="Nunito Sans"/>
                <a:ea typeface="Nunito Sans"/>
                <a:cs typeface="Nunito Sans"/>
              </a:defRPr>
            </a:pPr>
            <a:r>
              <a:rPr sz="2175" b="1" i="0">
                <a:solidFill>
                  <a:srgbClr val="2868AA"/>
                </a:solidFill>
                <a:latin typeface="Nunito Sans"/>
                <a:ea typeface="Nunito Sans"/>
                <a:cs typeface="Nunito Sans"/>
              </a:rPr>
              <a:t>Expansion roadmap</a:t>
            </a:r>
          </a:p>
        </p:txBody>
      </p:sp>
      <p:sp>
        <p:nvSpPr>
          <p:cNvPr id="9" name="">
            <a:extLst xmlns:a="http://schemas.openxmlformats.org/drawingml/2006/main">
              <a:ext uri="{FF2B5EF4-FFF2-40B4-BE49-F238E27FC236}">
                <a16:creationId xmlns:a16="http://schemas.microsoft.com/office/drawing/2014/main" id="{12716539-DDC9-4A4B-BEA1-747A6BE87ECD}"/>
              </a:ext>
            </a:extLst>
          </p:cNvPr>
          <p:cNvSpPr>
            <a:spLocks xmlns:a="http://schemas.openxmlformats.org/drawingml/2006/main" noGrp="1"/>
          </p:cNvSpPr>
          <p:nvPr/>
        </p:nvSpPr>
        <p:spPr>
          <a:xfrm xmlns:a="http://schemas.openxmlformats.org/drawingml/2006/main">
            <a:off x="7324725" y="1962150"/>
            <a:ext cx="422910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4D5E299-C117-427B-B1C5-8359E0670D85}"/>
              </a:ext>
            </a:extLst>
          </p:cNvPr>
          <p:cNvSpPr>
            <a:spLocks xmlns:a="http://schemas.openxmlformats.org/drawingml/2006/main" noGrp="1"/>
          </p:cNvSpPr>
          <p:nvPr/>
        </p:nvSpPr>
        <p:spPr>
          <a:xfrm xmlns:a="http://schemas.openxmlformats.org/drawingml/2006/main">
            <a:off x="7315200" y="220980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i="0">
                <a:solidFill>
                  <a:srgbClr val="233D54"/>
                </a:solidFill>
                <a:latin typeface="Nunito Sans"/>
                <a:ea typeface="Nunito Sans"/>
                <a:cs typeface="Nunito Sans"/>
              </a:defRPr>
            </a:defPPr>
            <a:lvl1pPr>
              <a:defRPr sz="2625" b="0" i="0">
                <a:solidFill>
                  <a:srgbClr val="233D54"/>
                </a:solidFill>
                <a:latin typeface="Nunito Sans"/>
                <a:ea typeface="Nunito Sans"/>
                <a:cs typeface="Nunito Sans"/>
              </a:defRPr>
            </a:lvl1pPr>
            <a:lvl2pPr>
              <a:defRPr sz="2625" b="0" i="0">
                <a:solidFill>
                  <a:srgbClr val="233D54"/>
                </a:solidFill>
                <a:latin typeface="Nunito Sans"/>
                <a:ea typeface="Nunito Sans"/>
                <a:cs typeface="Nunito Sans"/>
              </a:defRPr>
            </a:lvl2pPr>
            <a:lvl3pPr>
              <a:defRPr sz="2625" b="0" i="0">
                <a:solidFill>
                  <a:srgbClr val="233D54"/>
                </a:solidFill>
                <a:latin typeface="Nunito Sans"/>
                <a:ea typeface="Nunito Sans"/>
                <a:cs typeface="Nunito Sans"/>
              </a:defRPr>
            </a:lvl3pPr>
            <a:lvl4pPr>
              <a:defRPr sz="2625" b="0" i="0">
                <a:solidFill>
                  <a:srgbClr val="233D54"/>
                </a:solidFill>
                <a:latin typeface="Nunito Sans"/>
                <a:ea typeface="Nunito Sans"/>
                <a:cs typeface="Nunito Sans"/>
              </a:defRPr>
            </a:lvl4pPr>
            <a:lvl5pPr>
              <a:defRPr sz="2625" b="0" i="0">
                <a:solidFill>
                  <a:srgbClr val="233D54"/>
                </a:solidFill>
                <a:latin typeface="Nunito Sans"/>
                <a:ea typeface="Nunito Sans"/>
                <a:cs typeface="Nunito Sans"/>
              </a:defRPr>
            </a:lvl5pPr>
            <a:lvl6pPr>
              <a:defRPr sz="2625" b="0" i="0">
                <a:solidFill>
                  <a:srgbClr val="233D54"/>
                </a:solidFill>
                <a:latin typeface="Nunito Sans"/>
                <a:ea typeface="Nunito Sans"/>
                <a:cs typeface="Nunito Sans"/>
              </a:defRPr>
            </a:lvl6pPr>
            <a:lvl7pPr>
              <a:defRPr sz="2625" b="0" i="0">
                <a:solidFill>
                  <a:srgbClr val="233D54"/>
                </a:solidFill>
                <a:latin typeface="Nunito Sans"/>
                <a:ea typeface="Nunito Sans"/>
                <a:cs typeface="Nunito Sans"/>
              </a:defRPr>
            </a:lvl7pPr>
            <a:lvl8pPr>
              <a:defRPr sz="2625" b="0" i="0">
                <a:solidFill>
                  <a:srgbClr val="233D54"/>
                </a:solidFill>
                <a:latin typeface="Nunito Sans"/>
                <a:ea typeface="Nunito Sans"/>
                <a:cs typeface="Nunito Sans"/>
              </a:defRPr>
            </a:lvl8pPr>
            <a:lvl9pPr>
              <a:defRPr sz="2625" b="0" i="0">
                <a:solidFill>
                  <a:srgbClr val="233D54"/>
                </a:solidFill>
                <a:latin typeface="Nunito Sans"/>
                <a:ea typeface="Nunito Sans"/>
                <a:cs typeface="Nunito Sans"/>
              </a:defRPr>
            </a:lvl9pPr>
          </a:lstStyle>
          <a:p xmlns:a="http://schemas.openxmlformats.org/drawingml/2006/main">
            <a:pPr>
              <a:defRPr sz="2625" b="0" i="0">
                <a:solidFill>
                  <a:srgbClr val="233D54"/>
                </a:solidFill>
                <a:latin typeface="Nunito Sans"/>
                <a:ea typeface="Nunito Sans"/>
                <a:cs typeface="Nunito Sans"/>
              </a:defRPr>
            </a:pPr>
            <a:r>
              <a:rPr sz="2625" b="0" i="0">
                <a:solidFill>
                  <a:srgbClr val="233D54"/>
                </a:solidFill>
                <a:latin typeface="Nunito Sans"/>
                <a:ea typeface="Nunito Sans"/>
                <a:cs typeface="Nunito Sans"/>
              </a:rPr>
              <a:t>Language support</a:t>
            </a:r>
          </a:p>
        </p:txBody>
      </p:sp>
      <p:sp>
        <p:nvSpPr>
          <p:cNvPr id="11" name="">
            <a:extLst xmlns:a="http://schemas.openxmlformats.org/drawingml/2006/main">
              <a:ext uri="{FF2B5EF4-FFF2-40B4-BE49-F238E27FC236}">
                <a16:creationId xmlns:a16="http://schemas.microsoft.com/office/drawing/2014/main" id="{3995ECAA-09A6-4013-A44C-991A196B9DFD}"/>
              </a:ext>
            </a:extLst>
          </p:cNvPr>
          <p:cNvSpPr>
            <a:spLocks xmlns:a="http://schemas.openxmlformats.org/drawingml/2006/main" noGrp="1"/>
          </p:cNvSpPr>
          <p:nvPr/>
        </p:nvSpPr>
        <p:spPr>
          <a:xfrm xmlns:a="http://schemas.openxmlformats.org/drawingml/2006/main">
            <a:off x="7324725" y="3048000"/>
            <a:ext cx="422910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771732-90AF-417E-9FFA-DF68A3824FF1}"/>
              </a:ext>
            </a:extLst>
          </p:cNvPr>
          <p:cNvSpPr>
            <a:spLocks xmlns:a="http://schemas.openxmlformats.org/drawingml/2006/main" noGrp="1"/>
          </p:cNvSpPr>
          <p:nvPr/>
        </p:nvSpPr>
        <p:spPr>
          <a:xfrm xmlns:a="http://schemas.openxmlformats.org/drawingml/2006/main">
            <a:off x="7315200" y="32956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i="0">
                <a:solidFill>
                  <a:srgbClr val="233D54"/>
                </a:solidFill>
                <a:latin typeface="Nunito Sans"/>
                <a:ea typeface="Nunito Sans"/>
                <a:cs typeface="Nunito Sans"/>
              </a:defRPr>
            </a:defPPr>
            <a:lvl1pPr>
              <a:defRPr sz="2625" b="0" i="0">
                <a:solidFill>
                  <a:srgbClr val="233D54"/>
                </a:solidFill>
                <a:latin typeface="Nunito Sans"/>
                <a:ea typeface="Nunito Sans"/>
                <a:cs typeface="Nunito Sans"/>
              </a:defRPr>
            </a:lvl1pPr>
            <a:lvl2pPr>
              <a:defRPr sz="2625" b="0" i="0">
                <a:solidFill>
                  <a:srgbClr val="233D54"/>
                </a:solidFill>
                <a:latin typeface="Nunito Sans"/>
                <a:ea typeface="Nunito Sans"/>
                <a:cs typeface="Nunito Sans"/>
              </a:defRPr>
            </a:lvl2pPr>
            <a:lvl3pPr>
              <a:defRPr sz="2625" b="0" i="0">
                <a:solidFill>
                  <a:srgbClr val="233D54"/>
                </a:solidFill>
                <a:latin typeface="Nunito Sans"/>
                <a:ea typeface="Nunito Sans"/>
                <a:cs typeface="Nunito Sans"/>
              </a:defRPr>
            </a:lvl3pPr>
            <a:lvl4pPr>
              <a:defRPr sz="2625" b="0" i="0">
                <a:solidFill>
                  <a:srgbClr val="233D54"/>
                </a:solidFill>
                <a:latin typeface="Nunito Sans"/>
                <a:ea typeface="Nunito Sans"/>
                <a:cs typeface="Nunito Sans"/>
              </a:defRPr>
            </a:lvl4pPr>
            <a:lvl5pPr>
              <a:defRPr sz="2625" b="0" i="0">
                <a:solidFill>
                  <a:srgbClr val="233D54"/>
                </a:solidFill>
                <a:latin typeface="Nunito Sans"/>
                <a:ea typeface="Nunito Sans"/>
                <a:cs typeface="Nunito Sans"/>
              </a:defRPr>
            </a:lvl5pPr>
            <a:lvl6pPr>
              <a:defRPr sz="2625" b="0" i="0">
                <a:solidFill>
                  <a:srgbClr val="233D54"/>
                </a:solidFill>
                <a:latin typeface="Nunito Sans"/>
                <a:ea typeface="Nunito Sans"/>
                <a:cs typeface="Nunito Sans"/>
              </a:defRPr>
            </a:lvl6pPr>
            <a:lvl7pPr>
              <a:defRPr sz="2625" b="0" i="0">
                <a:solidFill>
                  <a:srgbClr val="233D54"/>
                </a:solidFill>
                <a:latin typeface="Nunito Sans"/>
                <a:ea typeface="Nunito Sans"/>
                <a:cs typeface="Nunito Sans"/>
              </a:defRPr>
            </a:lvl7pPr>
            <a:lvl8pPr>
              <a:defRPr sz="2625" b="0" i="0">
                <a:solidFill>
                  <a:srgbClr val="233D54"/>
                </a:solidFill>
                <a:latin typeface="Nunito Sans"/>
                <a:ea typeface="Nunito Sans"/>
                <a:cs typeface="Nunito Sans"/>
              </a:defRPr>
            </a:lvl8pPr>
            <a:lvl9pPr>
              <a:defRPr sz="2625" b="0" i="0">
                <a:solidFill>
                  <a:srgbClr val="233D54"/>
                </a:solidFill>
                <a:latin typeface="Nunito Sans"/>
                <a:ea typeface="Nunito Sans"/>
                <a:cs typeface="Nunito Sans"/>
              </a:defRPr>
            </a:lvl9pPr>
          </a:lstStyle>
          <a:p xmlns:a="http://schemas.openxmlformats.org/drawingml/2006/main">
            <a:pPr>
              <a:defRPr sz="2625" b="0" i="0">
                <a:solidFill>
                  <a:srgbClr val="233D54"/>
                </a:solidFill>
                <a:latin typeface="Nunito Sans"/>
                <a:ea typeface="Nunito Sans"/>
                <a:cs typeface="Nunito Sans"/>
              </a:defRPr>
            </a:pPr>
            <a:r>
              <a:rPr sz="2625" b="0" i="0">
                <a:solidFill>
                  <a:srgbClr val="233D54"/>
                </a:solidFill>
                <a:latin typeface="Nunito Sans"/>
                <a:ea typeface="Nunito Sans"/>
                <a:cs typeface="Nunito Sans"/>
              </a:rPr>
              <a:t>Regional maps</a:t>
            </a:r>
          </a:p>
        </p:txBody>
      </p:sp>
      <p:sp>
        <p:nvSpPr>
          <p:cNvPr id="13" name="">
            <a:extLst xmlns:a="http://schemas.openxmlformats.org/drawingml/2006/main">
              <a:ext uri="{FF2B5EF4-FFF2-40B4-BE49-F238E27FC236}">
                <a16:creationId xmlns:a16="http://schemas.microsoft.com/office/drawing/2014/main" id="{CF3C7676-9BE2-4A89-9FCD-A331D06C540D}"/>
              </a:ext>
            </a:extLst>
          </p:cNvPr>
          <p:cNvSpPr>
            <a:spLocks xmlns:a="http://schemas.openxmlformats.org/drawingml/2006/main" noGrp="1"/>
          </p:cNvSpPr>
          <p:nvPr/>
        </p:nvSpPr>
        <p:spPr>
          <a:xfrm xmlns:a="http://schemas.openxmlformats.org/drawingml/2006/main">
            <a:off x="7324725" y="4133850"/>
            <a:ext cx="4229100"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75547B4-8FAA-4544-8D5B-74841AA8D98E}"/>
              </a:ext>
            </a:extLst>
          </p:cNvPr>
          <p:cNvSpPr>
            <a:spLocks xmlns:a="http://schemas.openxmlformats.org/drawingml/2006/main" noGrp="1"/>
          </p:cNvSpPr>
          <p:nvPr/>
        </p:nvSpPr>
        <p:spPr>
          <a:xfrm xmlns:a="http://schemas.openxmlformats.org/drawingml/2006/main">
            <a:off x="7315200" y="43815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i="0">
                <a:solidFill>
                  <a:srgbClr val="233D54"/>
                </a:solidFill>
                <a:latin typeface="Nunito Sans"/>
                <a:ea typeface="Nunito Sans"/>
                <a:cs typeface="Nunito Sans"/>
              </a:defRPr>
            </a:defPPr>
            <a:lvl1pPr>
              <a:defRPr sz="2625" b="0" i="0">
                <a:solidFill>
                  <a:srgbClr val="233D54"/>
                </a:solidFill>
                <a:latin typeface="Nunito Sans"/>
                <a:ea typeface="Nunito Sans"/>
                <a:cs typeface="Nunito Sans"/>
              </a:defRPr>
            </a:lvl1pPr>
            <a:lvl2pPr>
              <a:defRPr sz="2625" b="0" i="0">
                <a:solidFill>
                  <a:srgbClr val="233D54"/>
                </a:solidFill>
                <a:latin typeface="Nunito Sans"/>
                <a:ea typeface="Nunito Sans"/>
                <a:cs typeface="Nunito Sans"/>
              </a:defRPr>
            </a:lvl2pPr>
            <a:lvl3pPr>
              <a:defRPr sz="2625" b="0" i="0">
                <a:solidFill>
                  <a:srgbClr val="233D54"/>
                </a:solidFill>
                <a:latin typeface="Nunito Sans"/>
                <a:ea typeface="Nunito Sans"/>
                <a:cs typeface="Nunito Sans"/>
              </a:defRPr>
            </a:lvl3pPr>
            <a:lvl4pPr>
              <a:defRPr sz="2625" b="0" i="0">
                <a:solidFill>
                  <a:srgbClr val="233D54"/>
                </a:solidFill>
                <a:latin typeface="Nunito Sans"/>
                <a:ea typeface="Nunito Sans"/>
                <a:cs typeface="Nunito Sans"/>
              </a:defRPr>
            </a:lvl4pPr>
            <a:lvl5pPr>
              <a:defRPr sz="2625" b="0" i="0">
                <a:solidFill>
                  <a:srgbClr val="233D54"/>
                </a:solidFill>
                <a:latin typeface="Nunito Sans"/>
                <a:ea typeface="Nunito Sans"/>
                <a:cs typeface="Nunito Sans"/>
              </a:defRPr>
            </a:lvl5pPr>
            <a:lvl6pPr>
              <a:defRPr sz="2625" b="0" i="0">
                <a:solidFill>
                  <a:srgbClr val="233D54"/>
                </a:solidFill>
                <a:latin typeface="Nunito Sans"/>
                <a:ea typeface="Nunito Sans"/>
                <a:cs typeface="Nunito Sans"/>
              </a:defRPr>
            </a:lvl6pPr>
            <a:lvl7pPr>
              <a:defRPr sz="2625" b="0" i="0">
                <a:solidFill>
                  <a:srgbClr val="233D54"/>
                </a:solidFill>
                <a:latin typeface="Nunito Sans"/>
                <a:ea typeface="Nunito Sans"/>
                <a:cs typeface="Nunito Sans"/>
              </a:defRPr>
            </a:lvl7pPr>
            <a:lvl8pPr>
              <a:defRPr sz="2625" b="0" i="0">
                <a:solidFill>
                  <a:srgbClr val="233D54"/>
                </a:solidFill>
                <a:latin typeface="Nunito Sans"/>
                <a:ea typeface="Nunito Sans"/>
                <a:cs typeface="Nunito Sans"/>
              </a:defRPr>
            </a:lvl8pPr>
            <a:lvl9pPr>
              <a:defRPr sz="2625" b="0" i="0">
                <a:solidFill>
                  <a:srgbClr val="233D54"/>
                </a:solidFill>
                <a:latin typeface="Nunito Sans"/>
                <a:ea typeface="Nunito Sans"/>
                <a:cs typeface="Nunito Sans"/>
              </a:defRPr>
            </a:lvl9pPr>
          </a:lstStyle>
          <a:p xmlns:a="http://schemas.openxmlformats.org/drawingml/2006/main">
            <a:pPr>
              <a:defRPr sz="2625" b="0" i="0">
                <a:solidFill>
                  <a:srgbClr val="233D54"/>
                </a:solidFill>
                <a:latin typeface="Nunito Sans"/>
                <a:ea typeface="Nunito Sans"/>
                <a:cs typeface="Nunito Sans"/>
              </a:defRPr>
            </a:pPr>
            <a:r>
              <a:rPr sz="2625" b="0" i="0">
                <a:solidFill>
                  <a:srgbClr val="233D54"/>
                </a:solidFill>
                <a:latin typeface="Nunito Sans"/>
                <a:ea typeface="Nunito Sans"/>
                <a:cs typeface="Nunito Sans"/>
              </a:rPr>
              <a:t>Local response procedures</a:t>
            </a:r>
          </a:p>
        </p:txBody>
      </p:sp>
    </p:spTree>
    <p:extLst>
      <p:ext uri="{BB962C8B-B14F-4D97-AF65-F5344CB8AC3E}">
        <p14:creationId xmlns:p14="http://schemas.microsoft.com/office/powerpoint/2010/main" val="1255852429"/>
      </p:ext>
    </p:extLst>
  </p:cSld>
</p:sld>
</file>

<file path=ppt/slides/slide9.xml><?xml version="1.0" encoding="utf-8"?>
<p:sld xmlns:p="http://schemas.openxmlformats.org/presentationml/2006/main">
  <p:cSld>
    <p:bg>
      <p:bgPr>
        <a:solidFill xmlns:a="http://schemas.openxmlformats.org/drawingml/2006/main">
          <a:srgbClr val="2868A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8396C2F-C265-4F82-AC35-5EE0FBFA177F}"/>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F8FAFC"/>
                </a:solidFill>
                <a:latin typeface="Nunito Sans"/>
                <a:ea typeface="Nunito Sans"/>
                <a:cs typeface="Nunito Sans"/>
              </a:defRPr>
            </a:defPPr>
            <a:lvl1pPr>
              <a:defRPr sz="1125" b="0" i="0">
                <a:solidFill>
                  <a:srgbClr val="F8FAFC"/>
                </a:solidFill>
                <a:latin typeface="Nunito Sans"/>
                <a:ea typeface="Nunito Sans"/>
                <a:cs typeface="Nunito Sans"/>
              </a:defRPr>
            </a:lvl1pPr>
            <a:lvl2pPr>
              <a:defRPr sz="1125" b="0" i="0">
                <a:solidFill>
                  <a:srgbClr val="F8FAFC"/>
                </a:solidFill>
                <a:latin typeface="Nunito Sans"/>
                <a:ea typeface="Nunito Sans"/>
                <a:cs typeface="Nunito Sans"/>
              </a:defRPr>
            </a:lvl2pPr>
            <a:lvl3pPr>
              <a:defRPr sz="1125" b="0" i="0">
                <a:solidFill>
                  <a:srgbClr val="F8FAFC"/>
                </a:solidFill>
                <a:latin typeface="Nunito Sans"/>
                <a:ea typeface="Nunito Sans"/>
                <a:cs typeface="Nunito Sans"/>
              </a:defRPr>
            </a:lvl3pPr>
            <a:lvl4pPr>
              <a:defRPr sz="1125" b="0" i="0">
                <a:solidFill>
                  <a:srgbClr val="F8FAFC"/>
                </a:solidFill>
                <a:latin typeface="Nunito Sans"/>
                <a:ea typeface="Nunito Sans"/>
                <a:cs typeface="Nunito Sans"/>
              </a:defRPr>
            </a:lvl4pPr>
            <a:lvl5pPr>
              <a:defRPr sz="1125" b="0" i="0">
                <a:solidFill>
                  <a:srgbClr val="F8FAFC"/>
                </a:solidFill>
                <a:latin typeface="Nunito Sans"/>
                <a:ea typeface="Nunito Sans"/>
                <a:cs typeface="Nunito Sans"/>
              </a:defRPr>
            </a:lvl5pPr>
            <a:lvl6pPr>
              <a:defRPr sz="1125" b="0" i="0">
                <a:solidFill>
                  <a:srgbClr val="F8FAFC"/>
                </a:solidFill>
                <a:latin typeface="Nunito Sans"/>
                <a:ea typeface="Nunito Sans"/>
                <a:cs typeface="Nunito Sans"/>
              </a:defRPr>
            </a:lvl6pPr>
            <a:lvl7pPr>
              <a:defRPr sz="1125" b="0" i="0">
                <a:solidFill>
                  <a:srgbClr val="F8FAFC"/>
                </a:solidFill>
                <a:latin typeface="Nunito Sans"/>
                <a:ea typeface="Nunito Sans"/>
                <a:cs typeface="Nunito Sans"/>
              </a:defRPr>
            </a:lvl7pPr>
            <a:lvl8pPr>
              <a:defRPr sz="1125" b="0" i="0">
                <a:solidFill>
                  <a:srgbClr val="F8FAFC"/>
                </a:solidFill>
                <a:latin typeface="Nunito Sans"/>
                <a:ea typeface="Nunito Sans"/>
                <a:cs typeface="Nunito Sans"/>
              </a:defRPr>
            </a:lvl8pPr>
            <a:lvl9pPr>
              <a:defRPr sz="1125" b="0" i="0">
                <a:solidFill>
                  <a:srgbClr val="F8FAFC"/>
                </a:solidFill>
                <a:latin typeface="Nunito Sans"/>
                <a:ea typeface="Nunito Sans"/>
                <a:cs typeface="Nunito Sans"/>
              </a:defRPr>
            </a:lvl9pPr>
          </a:lstStyle>
          <a:p xmlns:a="http://schemas.openxmlformats.org/drawingml/2006/main">
            <a:pPr>
              <a:defRPr sz="1125" b="0" i="0">
                <a:solidFill>
                  <a:srgbClr val="F8FAFC"/>
                </a:solidFill>
                <a:latin typeface="Nunito Sans"/>
                <a:ea typeface="Nunito Sans"/>
                <a:cs typeface="Nunito Sans"/>
              </a:defRPr>
            </a:pPr>
            <a:r>
              <a:rPr sz="1125" b="0" i="0">
                <a:solidFill>
                  <a:srgbClr val="F8FAFC"/>
                </a:solidFill>
                <a:latin typeface="Nunito Sans"/>
                <a:ea typeface="Nunito Sans"/>
                <a:cs typeface="Nunito Sans"/>
              </a:rPr>
              <a:t>09</a:t>
            </a:r>
          </a:p>
        </p:txBody>
      </p:sp>
      <p:sp>
        <p:nvSpPr>
          <p:cNvPr id="2" name="">
            <a:extLst xmlns:a="http://schemas.openxmlformats.org/drawingml/2006/main">
              <a:ext uri="{FF2B5EF4-FFF2-40B4-BE49-F238E27FC236}">
                <a16:creationId xmlns:a16="http://schemas.microsoft.com/office/drawing/2014/main" id="{34968EAD-BF0F-4B44-A092-1A6980218315}"/>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F8D63368-4608-4BE8-866D-B712BBD726A1}"/>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3F731CF3-C17F-4AE5-AAC8-F1AF23A4EC0F}"/>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Revenue and federal funding</a:t>
            </a:r>
          </a:p>
        </p:txBody>
      </p:sp>
      <p:sp>
        <p:nvSpPr>
          <p:cNvPr id="5" name="">
            <a:extLst xmlns:a="http://schemas.openxmlformats.org/drawingml/2006/main">
              <a:ext uri="{FF2B5EF4-FFF2-40B4-BE49-F238E27FC236}">
                <a16:creationId xmlns:a16="http://schemas.microsoft.com/office/drawing/2014/main" id="{0A217C8C-CA50-404A-B89D-C988C11D30F8}"/>
              </a:ext>
            </a:extLst>
          </p:cNvPr>
          <p:cNvSpPr>
            <a:spLocks xmlns:a="http://schemas.openxmlformats.org/drawingml/2006/main" noGrp="1"/>
          </p:cNvSpPr>
          <p:nvPr/>
        </p:nvSpPr>
        <p:spPr>
          <a:xfrm xmlns:a="http://schemas.openxmlformats.org/drawingml/2006/main">
            <a:off x="533400" y="942975"/>
            <a:ext cx="1104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650" b="1" i="0">
                <a:solidFill>
                  <a:srgbClr val="F8FAFC"/>
                </a:solidFill>
                <a:latin typeface="Nunito Sans"/>
                <a:ea typeface="Nunito Sans"/>
                <a:cs typeface="Nunito Sans"/>
              </a:defRPr>
            </a:defPPr>
            <a:lvl1pPr>
              <a:defRPr sz="4650" b="1" i="0">
                <a:solidFill>
                  <a:srgbClr val="F8FAFC"/>
                </a:solidFill>
                <a:latin typeface="Nunito Sans"/>
                <a:ea typeface="Nunito Sans"/>
                <a:cs typeface="Nunito Sans"/>
              </a:defRPr>
            </a:lvl1pPr>
            <a:lvl2pPr>
              <a:defRPr sz="4650" b="1" i="0">
                <a:solidFill>
                  <a:srgbClr val="F8FAFC"/>
                </a:solidFill>
                <a:latin typeface="Nunito Sans"/>
                <a:ea typeface="Nunito Sans"/>
                <a:cs typeface="Nunito Sans"/>
              </a:defRPr>
            </a:lvl2pPr>
            <a:lvl3pPr>
              <a:defRPr sz="4650" b="1" i="0">
                <a:solidFill>
                  <a:srgbClr val="F8FAFC"/>
                </a:solidFill>
                <a:latin typeface="Nunito Sans"/>
                <a:ea typeface="Nunito Sans"/>
                <a:cs typeface="Nunito Sans"/>
              </a:defRPr>
            </a:lvl3pPr>
            <a:lvl4pPr>
              <a:defRPr sz="4650" b="1" i="0">
                <a:solidFill>
                  <a:srgbClr val="F8FAFC"/>
                </a:solidFill>
                <a:latin typeface="Nunito Sans"/>
                <a:ea typeface="Nunito Sans"/>
                <a:cs typeface="Nunito Sans"/>
              </a:defRPr>
            </a:lvl4pPr>
            <a:lvl5pPr>
              <a:defRPr sz="4650" b="1" i="0">
                <a:solidFill>
                  <a:srgbClr val="F8FAFC"/>
                </a:solidFill>
                <a:latin typeface="Nunito Sans"/>
                <a:ea typeface="Nunito Sans"/>
                <a:cs typeface="Nunito Sans"/>
              </a:defRPr>
            </a:lvl5pPr>
            <a:lvl6pPr>
              <a:defRPr sz="4650" b="1" i="0">
                <a:solidFill>
                  <a:srgbClr val="F8FAFC"/>
                </a:solidFill>
                <a:latin typeface="Nunito Sans"/>
                <a:ea typeface="Nunito Sans"/>
                <a:cs typeface="Nunito Sans"/>
              </a:defRPr>
            </a:lvl6pPr>
            <a:lvl7pPr>
              <a:defRPr sz="4650" b="1" i="0">
                <a:solidFill>
                  <a:srgbClr val="F8FAFC"/>
                </a:solidFill>
                <a:latin typeface="Nunito Sans"/>
                <a:ea typeface="Nunito Sans"/>
                <a:cs typeface="Nunito Sans"/>
              </a:defRPr>
            </a:lvl7pPr>
            <a:lvl8pPr>
              <a:defRPr sz="4650" b="1" i="0">
                <a:solidFill>
                  <a:srgbClr val="F8FAFC"/>
                </a:solidFill>
                <a:latin typeface="Nunito Sans"/>
                <a:ea typeface="Nunito Sans"/>
                <a:cs typeface="Nunito Sans"/>
              </a:defRPr>
            </a:lvl8pPr>
            <a:lvl9pPr>
              <a:defRPr sz="4650" b="1" i="0">
                <a:solidFill>
                  <a:srgbClr val="F8FAFC"/>
                </a:solidFill>
                <a:latin typeface="Nunito Sans"/>
                <a:ea typeface="Nunito Sans"/>
                <a:cs typeface="Nunito Sans"/>
              </a:defRPr>
            </a:lvl9pPr>
          </a:lstStyle>
          <a:p xmlns:a="http://schemas.openxmlformats.org/drawingml/2006/main">
            <a:pPr>
              <a:defRPr sz="4650" b="1" i="0">
                <a:solidFill>
                  <a:srgbClr val="F8FAFC"/>
                </a:solidFill>
                <a:latin typeface="Nunito Sans"/>
                <a:ea typeface="Nunito Sans"/>
                <a:cs typeface="Nunito Sans"/>
              </a:defRPr>
            </a:pPr>
            <a:r>
              <a:rPr sz="4650" b="1" i="0">
                <a:solidFill>
                  <a:srgbClr val="F8FAFC"/>
                </a:solidFill>
                <a:latin typeface="Nunito Sans"/>
                <a:ea typeface="Nunito Sans"/>
                <a:cs typeface="Nunito Sans"/>
              </a:rPr>
              <a:t>Site setup and</a:t>
            </a:r>
          </a:p>
          <a:p xmlns:a="http://schemas.openxmlformats.org/drawingml/2006/main">
            <a:pPr>
              <a:defRPr sz="4650" b="1" i="0">
                <a:solidFill>
                  <a:srgbClr val="F8FAFC"/>
                </a:solidFill>
                <a:latin typeface="Nunito Sans"/>
                <a:ea typeface="Nunito Sans"/>
                <a:cs typeface="Nunito Sans"/>
              </a:defRPr>
            </a:pPr>
            <a:r>
              <a:rPr sz="4650" b="1" i="0">
                <a:solidFill>
                  <a:srgbClr val="F8FAFC"/>
                </a:solidFill>
                <a:latin typeface="Nunito Sans"/>
                <a:ea typeface="Nunito Sans"/>
                <a:cs typeface="Nunito Sans"/>
              </a:rPr>
              <a:t>a software subscription</a:t>
            </a:r>
          </a:p>
        </p:txBody>
      </p:sp>
      <p:sp>
        <p:nvSpPr>
          <p:cNvPr id="6" name="">
            <a:extLst xmlns:a="http://schemas.openxmlformats.org/drawingml/2006/main">
              <a:ext uri="{FF2B5EF4-FFF2-40B4-BE49-F238E27FC236}">
                <a16:creationId xmlns:a16="http://schemas.microsoft.com/office/drawing/2014/main" id="{C52945BB-D12C-4F6B-AA02-D07B4645DD2C}"/>
              </a:ext>
            </a:extLst>
          </p:cNvPr>
          <p:cNvSpPr>
            <a:spLocks xmlns:a="http://schemas.openxmlformats.org/drawingml/2006/main" noGrp="1"/>
          </p:cNvSpPr>
          <p:nvPr/>
        </p:nvSpPr>
        <p:spPr>
          <a:xfrm xmlns:a="http://schemas.openxmlformats.org/drawingml/2006/main">
            <a:off x="552450" y="3048000"/>
            <a:ext cx="11039475" cy="9525"/>
          </a:xfrm>
          <a:prstGeom xmlns:a="http://schemas.openxmlformats.org/drawingml/2006/main" prst="rect">
            <a:avLst/>
          </a:prstGeom>
          <a:solidFill xmlns:a="http://schemas.openxmlformats.org/drawingml/2006/main">
            <a:srgbClr val="E1A48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F9E3F85-102A-4748-9AC7-2501752A407F}"/>
              </a:ext>
            </a:extLst>
          </p:cNvPr>
          <p:cNvSpPr>
            <a:spLocks xmlns:a="http://schemas.openxmlformats.org/drawingml/2006/main" noGrp="1"/>
          </p:cNvSpPr>
          <p:nvPr/>
        </p:nvSpPr>
        <p:spPr>
          <a:xfrm xmlns:a="http://schemas.openxmlformats.org/drawingml/2006/main">
            <a:off x="571500" y="33432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i="0">
                <a:solidFill>
                  <a:srgbClr val="F8FAFC"/>
                </a:solidFill>
                <a:latin typeface="Nunito Sans"/>
                <a:ea typeface="Nunito Sans"/>
                <a:cs typeface="Nunito Sans"/>
              </a:defRPr>
            </a:defPPr>
            <a:lvl1pPr>
              <a:defRPr sz="2625" b="0" i="0">
                <a:solidFill>
                  <a:srgbClr val="F8FAFC"/>
                </a:solidFill>
                <a:latin typeface="Nunito Sans"/>
                <a:ea typeface="Nunito Sans"/>
                <a:cs typeface="Nunito Sans"/>
              </a:defRPr>
            </a:lvl1pPr>
            <a:lvl2pPr>
              <a:defRPr sz="2625" b="0" i="0">
                <a:solidFill>
                  <a:srgbClr val="F8FAFC"/>
                </a:solidFill>
                <a:latin typeface="Nunito Sans"/>
                <a:ea typeface="Nunito Sans"/>
                <a:cs typeface="Nunito Sans"/>
              </a:defRPr>
            </a:lvl2pPr>
            <a:lvl3pPr>
              <a:defRPr sz="2625" b="0" i="0">
                <a:solidFill>
                  <a:srgbClr val="F8FAFC"/>
                </a:solidFill>
                <a:latin typeface="Nunito Sans"/>
                <a:ea typeface="Nunito Sans"/>
                <a:cs typeface="Nunito Sans"/>
              </a:defRPr>
            </a:lvl3pPr>
            <a:lvl4pPr>
              <a:defRPr sz="2625" b="0" i="0">
                <a:solidFill>
                  <a:srgbClr val="F8FAFC"/>
                </a:solidFill>
                <a:latin typeface="Nunito Sans"/>
                <a:ea typeface="Nunito Sans"/>
                <a:cs typeface="Nunito Sans"/>
              </a:defRPr>
            </a:lvl4pPr>
            <a:lvl5pPr>
              <a:defRPr sz="2625" b="0" i="0">
                <a:solidFill>
                  <a:srgbClr val="F8FAFC"/>
                </a:solidFill>
                <a:latin typeface="Nunito Sans"/>
                <a:ea typeface="Nunito Sans"/>
                <a:cs typeface="Nunito Sans"/>
              </a:defRPr>
            </a:lvl5pPr>
            <a:lvl6pPr>
              <a:defRPr sz="2625" b="0" i="0">
                <a:solidFill>
                  <a:srgbClr val="F8FAFC"/>
                </a:solidFill>
                <a:latin typeface="Nunito Sans"/>
                <a:ea typeface="Nunito Sans"/>
                <a:cs typeface="Nunito Sans"/>
              </a:defRPr>
            </a:lvl6pPr>
            <a:lvl7pPr>
              <a:defRPr sz="2625" b="0" i="0">
                <a:solidFill>
                  <a:srgbClr val="F8FAFC"/>
                </a:solidFill>
                <a:latin typeface="Nunito Sans"/>
                <a:ea typeface="Nunito Sans"/>
                <a:cs typeface="Nunito Sans"/>
              </a:defRPr>
            </a:lvl7pPr>
            <a:lvl8pPr>
              <a:defRPr sz="2625" b="0" i="0">
                <a:solidFill>
                  <a:srgbClr val="F8FAFC"/>
                </a:solidFill>
                <a:latin typeface="Nunito Sans"/>
                <a:ea typeface="Nunito Sans"/>
                <a:cs typeface="Nunito Sans"/>
              </a:defRPr>
            </a:lvl8pPr>
            <a:lvl9pPr>
              <a:defRPr sz="2625" b="0" i="0">
                <a:solidFill>
                  <a:srgbClr val="F8FAFC"/>
                </a:solidFill>
                <a:latin typeface="Nunito Sans"/>
                <a:ea typeface="Nunito Sans"/>
                <a:cs typeface="Nunito Sans"/>
              </a:defRPr>
            </a:lvl9pPr>
          </a:lstStyle>
          <a:p xmlns:a="http://schemas.openxmlformats.org/drawingml/2006/main">
            <a:pPr>
              <a:defRPr sz="2625" b="0" i="0">
                <a:solidFill>
                  <a:srgbClr val="F8FAFC"/>
                </a:solidFill>
                <a:latin typeface="Nunito Sans"/>
                <a:ea typeface="Nunito Sans"/>
                <a:cs typeface="Nunito Sans"/>
              </a:defRPr>
            </a:pPr>
            <a:r>
              <a:rPr sz="2625" b="0" i="0">
                <a:solidFill>
                  <a:srgbClr val="F8FAFC"/>
                </a:solidFill>
                <a:latin typeface="Nunito Sans"/>
                <a:ea typeface="Nunito Sans"/>
                <a:cs typeface="Nunito Sans"/>
              </a:rPr>
              <a:t>Site setup</a:t>
            </a:r>
          </a:p>
        </p:txBody>
      </p:sp>
      <p:sp>
        <p:nvSpPr>
          <p:cNvPr id="8" name="">
            <a:extLst xmlns:a="http://schemas.openxmlformats.org/drawingml/2006/main">
              <a:ext uri="{FF2B5EF4-FFF2-40B4-BE49-F238E27FC236}">
                <a16:creationId xmlns:a16="http://schemas.microsoft.com/office/drawing/2014/main" id="{2D95A0C5-D654-47BB-AC1C-A763E659517E}"/>
              </a:ext>
            </a:extLst>
          </p:cNvPr>
          <p:cNvSpPr>
            <a:spLocks xmlns:a="http://schemas.openxmlformats.org/drawingml/2006/main" noGrp="1"/>
          </p:cNvSpPr>
          <p:nvPr/>
        </p:nvSpPr>
        <p:spPr>
          <a:xfrm xmlns:a="http://schemas.openxmlformats.org/drawingml/2006/main">
            <a:off x="6267450" y="323850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275" b="1" i="0">
                <a:solidFill>
                  <a:srgbClr val="F8FAFC"/>
                </a:solidFill>
                <a:latin typeface="Nunito Sans"/>
                <a:ea typeface="Nunito Sans"/>
                <a:cs typeface="Nunito Sans"/>
              </a:defRPr>
            </a:defPPr>
            <a:lvl1pPr>
              <a:defRPr sz="4275" b="1" i="0">
                <a:solidFill>
                  <a:srgbClr val="F8FAFC"/>
                </a:solidFill>
                <a:latin typeface="Nunito Sans"/>
                <a:ea typeface="Nunito Sans"/>
                <a:cs typeface="Nunito Sans"/>
              </a:defRPr>
            </a:lvl1pPr>
            <a:lvl2pPr>
              <a:defRPr sz="4275" b="1" i="0">
                <a:solidFill>
                  <a:srgbClr val="F8FAFC"/>
                </a:solidFill>
                <a:latin typeface="Nunito Sans"/>
                <a:ea typeface="Nunito Sans"/>
                <a:cs typeface="Nunito Sans"/>
              </a:defRPr>
            </a:lvl2pPr>
            <a:lvl3pPr>
              <a:defRPr sz="4275" b="1" i="0">
                <a:solidFill>
                  <a:srgbClr val="F8FAFC"/>
                </a:solidFill>
                <a:latin typeface="Nunito Sans"/>
                <a:ea typeface="Nunito Sans"/>
                <a:cs typeface="Nunito Sans"/>
              </a:defRPr>
            </a:lvl3pPr>
            <a:lvl4pPr>
              <a:defRPr sz="4275" b="1" i="0">
                <a:solidFill>
                  <a:srgbClr val="F8FAFC"/>
                </a:solidFill>
                <a:latin typeface="Nunito Sans"/>
                <a:ea typeface="Nunito Sans"/>
                <a:cs typeface="Nunito Sans"/>
              </a:defRPr>
            </a:lvl4pPr>
            <a:lvl5pPr>
              <a:defRPr sz="4275" b="1" i="0">
                <a:solidFill>
                  <a:srgbClr val="F8FAFC"/>
                </a:solidFill>
                <a:latin typeface="Nunito Sans"/>
                <a:ea typeface="Nunito Sans"/>
                <a:cs typeface="Nunito Sans"/>
              </a:defRPr>
            </a:lvl5pPr>
            <a:lvl6pPr>
              <a:defRPr sz="4275" b="1" i="0">
                <a:solidFill>
                  <a:srgbClr val="F8FAFC"/>
                </a:solidFill>
                <a:latin typeface="Nunito Sans"/>
                <a:ea typeface="Nunito Sans"/>
                <a:cs typeface="Nunito Sans"/>
              </a:defRPr>
            </a:lvl6pPr>
            <a:lvl7pPr>
              <a:defRPr sz="4275" b="1" i="0">
                <a:solidFill>
                  <a:srgbClr val="F8FAFC"/>
                </a:solidFill>
                <a:latin typeface="Nunito Sans"/>
                <a:ea typeface="Nunito Sans"/>
                <a:cs typeface="Nunito Sans"/>
              </a:defRPr>
            </a:lvl7pPr>
            <a:lvl8pPr>
              <a:defRPr sz="4275" b="1" i="0">
                <a:solidFill>
                  <a:srgbClr val="F8FAFC"/>
                </a:solidFill>
                <a:latin typeface="Nunito Sans"/>
                <a:ea typeface="Nunito Sans"/>
                <a:cs typeface="Nunito Sans"/>
              </a:defRPr>
            </a:lvl8pPr>
            <a:lvl9pPr>
              <a:defRPr sz="4275" b="1" i="0">
                <a:solidFill>
                  <a:srgbClr val="F8FAFC"/>
                </a:solidFill>
                <a:latin typeface="Nunito Sans"/>
                <a:ea typeface="Nunito Sans"/>
                <a:cs typeface="Nunito Sans"/>
              </a:defRPr>
            </a:lvl9pPr>
          </a:lstStyle>
          <a:p xmlns:a="http://schemas.openxmlformats.org/drawingml/2006/main">
            <a:pPr>
              <a:defRPr sz="4275" b="1" i="0">
                <a:solidFill>
                  <a:srgbClr val="F8FAFC"/>
                </a:solidFill>
                <a:latin typeface="Nunito Sans"/>
                <a:ea typeface="Nunito Sans"/>
                <a:cs typeface="Nunito Sans"/>
              </a:defRPr>
            </a:pPr>
            <a:r>
              <a:rPr sz="4275" b="1" i="0">
                <a:solidFill>
                  <a:srgbClr val="F8FAFC"/>
                </a:solidFill>
                <a:latin typeface="Nunito Sans"/>
                <a:ea typeface="Nunito Sans"/>
                <a:cs typeface="Nunito Sans"/>
              </a:rPr>
              <a:t>$2,000</a:t>
            </a:r>
          </a:p>
        </p:txBody>
      </p:sp>
      <p:sp>
        <p:nvSpPr>
          <p:cNvPr id="9" name="">
            <a:extLst xmlns:a="http://schemas.openxmlformats.org/drawingml/2006/main">
              <a:ext uri="{FF2B5EF4-FFF2-40B4-BE49-F238E27FC236}">
                <a16:creationId xmlns:a16="http://schemas.microsoft.com/office/drawing/2014/main" id="{31B14685-945C-4FBE-88E5-8E969CA3B787}"/>
              </a:ext>
            </a:extLst>
          </p:cNvPr>
          <p:cNvSpPr>
            <a:spLocks xmlns:a="http://schemas.openxmlformats.org/drawingml/2006/main" noGrp="1"/>
          </p:cNvSpPr>
          <p:nvPr/>
        </p:nvSpPr>
        <p:spPr>
          <a:xfrm xmlns:a="http://schemas.openxmlformats.org/drawingml/2006/main">
            <a:off x="6286500" y="397192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i="0">
                <a:solidFill>
                  <a:srgbClr val="F8FAFC"/>
                </a:solidFill>
                <a:latin typeface="Nunito Sans"/>
                <a:ea typeface="Nunito Sans"/>
                <a:cs typeface="Nunito Sans"/>
              </a:defRPr>
            </a:defPPr>
            <a:lvl1pPr>
              <a:defRPr sz="1800" b="0" i="0">
                <a:solidFill>
                  <a:srgbClr val="F8FAFC"/>
                </a:solidFill>
                <a:latin typeface="Nunito Sans"/>
                <a:ea typeface="Nunito Sans"/>
                <a:cs typeface="Nunito Sans"/>
              </a:defRPr>
            </a:lvl1pPr>
            <a:lvl2pPr>
              <a:defRPr sz="1800" b="0" i="0">
                <a:solidFill>
                  <a:srgbClr val="F8FAFC"/>
                </a:solidFill>
                <a:latin typeface="Nunito Sans"/>
                <a:ea typeface="Nunito Sans"/>
                <a:cs typeface="Nunito Sans"/>
              </a:defRPr>
            </a:lvl2pPr>
            <a:lvl3pPr>
              <a:defRPr sz="1800" b="0" i="0">
                <a:solidFill>
                  <a:srgbClr val="F8FAFC"/>
                </a:solidFill>
                <a:latin typeface="Nunito Sans"/>
                <a:ea typeface="Nunito Sans"/>
                <a:cs typeface="Nunito Sans"/>
              </a:defRPr>
            </a:lvl3pPr>
            <a:lvl4pPr>
              <a:defRPr sz="1800" b="0" i="0">
                <a:solidFill>
                  <a:srgbClr val="F8FAFC"/>
                </a:solidFill>
                <a:latin typeface="Nunito Sans"/>
                <a:ea typeface="Nunito Sans"/>
                <a:cs typeface="Nunito Sans"/>
              </a:defRPr>
            </a:lvl4pPr>
            <a:lvl5pPr>
              <a:defRPr sz="1800" b="0" i="0">
                <a:solidFill>
                  <a:srgbClr val="F8FAFC"/>
                </a:solidFill>
                <a:latin typeface="Nunito Sans"/>
                <a:ea typeface="Nunito Sans"/>
                <a:cs typeface="Nunito Sans"/>
              </a:defRPr>
            </a:lvl5pPr>
            <a:lvl6pPr>
              <a:defRPr sz="1800" b="0" i="0">
                <a:solidFill>
                  <a:srgbClr val="F8FAFC"/>
                </a:solidFill>
                <a:latin typeface="Nunito Sans"/>
                <a:ea typeface="Nunito Sans"/>
                <a:cs typeface="Nunito Sans"/>
              </a:defRPr>
            </a:lvl6pPr>
            <a:lvl7pPr>
              <a:defRPr sz="1800" b="0" i="0">
                <a:solidFill>
                  <a:srgbClr val="F8FAFC"/>
                </a:solidFill>
                <a:latin typeface="Nunito Sans"/>
                <a:ea typeface="Nunito Sans"/>
                <a:cs typeface="Nunito Sans"/>
              </a:defRPr>
            </a:lvl7pPr>
            <a:lvl8pPr>
              <a:defRPr sz="1800" b="0" i="0">
                <a:solidFill>
                  <a:srgbClr val="F8FAFC"/>
                </a:solidFill>
                <a:latin typeface="Nunito Sans"/>
                <a:ea typeface="Nunito Sans"/>
                <a:cs typeface="Nunito Sans"/>
              </a:defRPr>
            </a:lvl8pPr>
            <a:lvl9pPr>
              <a:defRPr sz="1800" b="0" i="0">
                <a:solidFill>
                  <a:srgbClr val="F8FAFC"/>
                </a:solidFill>
                <a:latin typeface="Nunito Sans"/>
                <a:ea typeface="Nunito Sans"/>
                <a:cs typeface="Nunito Sans"/>
              </a:defRPr>
            </a:lvl9pPr>
          </a:lstStyle>
          <a:p xmlns:a="http://schemas.openxmlformats.org/drawingml/2006/main">
            <a:pPr>
              <a:defRPr sz="1800" b="0" i="0">
                <a:solidFill>
                  <a:srgbClr val="F8FAFC"/>
                </a:solidFill>
                <a:latin typeface="Nunito Sans"/>
                <a:ea typeface="Nunito Sans"/>
                <a:cs typeface="Nunito Sans"/>
              </a:defRPr>
            </a:pPr>
            <a:r>
              <a:rPr sz="1800" b="0" i="0">
                <a:solidFill>
                  <a:srgbClr val="F8FAFC"/>
                </a:solidFill>
                <a:latin typeface="Nunito Sans"/>
                <a:ea typeface="Nunito Sans"/>
                <a:cs typeface="Nunito Sans"/>
              </a:rPr>
              <a:t>Map, terminology and workflow configuration</a:t>
            </a:r>
          </a:p>
        </p:txBody>
      </p:sp>
      <p:sp>
        <p:nvSpPr>
          <p:cNvPr id="10" name="">
            <a:extLst xmlns:a="http://schemas.openxmlformats.org/drawingml/2006/main">
              <a:ext uri="{FF2B5EF4-FFF2-40B4-BE49-F238E27FC236}">
                <a16:creationId xmlns:a16="http://schemas.microsoft.com/office/drawing/2014/main" id="{83833328-9DC8-439D-ADD1-7E8D34A09060}"/>
              </a:ext>
            </a:extLst>
          </p:cNvPr>
          <p:cNvSpPr>
            <a:spLocks xmlns:a="http://schemas.openxmlformats.org/drawingml/2006/main" noGrp="1"/>
          </p:cNvSpPr>
          <p:nvPr/>
        </p:nvSpPr>
        <p:spPr>
          <a:xfrm xmlns:a="http://schemas.openxmlformats.org/drawingml/2006/main">
            <a:off x="552450" y="4752975"/>
            <a:ext cx="11039475" cy="9525"/>
          </a:xfrm>
          <a:prstGeom xmlns:a="http://schemas.openxmlformats.org/drawingml/2006/main" prst="rect">
            <a:avLst/>
          </a:prstGeom>
          <a:solidFill xmlns:a="http://schemas.openxmlformats.org/drawingml/2006/main">
            <a:srgbClr val="E1A4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94227F-E25F-46FF-83A5-C7795E3F713F}"/>
              </a:ext>
            </a:extLst>
          </p:cNvPr>
          <p:cNvSpPr>
            <a:spLocks xmlns:a="http://schemas.openxmlformats.org/drawingml/2006/main" noGrp="1"/>
          </p:cNvSpPr>
          <p:nvPr/>
        </p:nvSpPr>
        <p:spPr>
          <a:xfrm xmlns:a="http://schemas.openxmlformats.org/drawingml/2006/main">
            <a:off x="571500" y="5048250"/>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625" b="0" i="0">
                <a:solidFill>
                  <a:srgbClr val="F8FAFC"/>
                </a:solidFill>
                <a:latin typeface="Nunito Sans"/>
                <a:ea typeface="Nunito Sans"/>
                <a:cs typeface="Nunito Sans"/>
              </a:defRPr>
            </a:defPPr>
            <a:lvl1pPr>
              <a:defRPr sz="2625" b="0" i="0">
                <a:solidFill>
                  <a:srgbClr val="F8FAFC"/>
                </a:solidFill>
                <a:latin typeface="Nunito Sans"/>
                <a:ea typeface="Nunito Sans"/>
                <a:cs typeface="Nunito Sans"/>
              </a:defRPr>
            </a:lvl1pPr>
            <a:lvl2pPr>
              <a:defRPr sz="2625" b="0" i="0">
                <a:solidFill>
                  <a:srgbClr val="F8FAFC"/>
                </a:solidFill>
                <a:latin typeface="Nunito Sans"/>
                <a:ea typeface="Nunito Sans"/>
                <a:cs typeface="Nunito Sans"/>
              </a:defRPr>
            </a:lvl2pPr>
            <a:lvl3pPr>
              <a:defRPr sz="2625" b="0" i="0">
                <a:solidFill>
                  <a:srgbClr val="F8FAFC"/>
                </a:solidFill>
                <a:latin typeface="Nunito Sans"/>
                <a:ea typeface="Nunito Sans"/>
                <a:cs typeface="Nunito Sans"/>
              </a:defRPr>
            </a:lvl3pPr>
            <a:lvl4pPr>
              <a:defRPr sz="2625" b="0" i="0">
                <a:solidFill>
                  <a:srgbClr val="F8FAFC"/>
                </a:solidFill>
                <a:latin typeface="Nunito Sans"/>
                <a:ea typeface="Nunito Sans"/>
                <a:cs typeface="Nunito Sans"/>
              </a:defRPr>
            </a:lvl4pPr>
            <a:lvl5pPr>
              <a:defRPr sz="2625" b="0" i="0">
                <a:solidFill>
                  <a:srgbClr val="F8FAFC"/>
                </a:solidFill>
                <a:latin typeface="Nunito Sans"/>
                <a:ea typeface="Nunito Sans"/>
                <a:cs typeface="Nunito Sans"/>
              </a:defRPr>
            </a:lvl5pPr>
            <a:lvl6pPr>
              <a:defRPr sz="2625" b="0" i="0">
                <a:solidFill>
                  <a:srgbClr val="F8FAFC"/>
                </a:solidFill>
                <a:latin typeface="Nunito Sans"/>
                <a:ea typeface="Nunito Sans"/>
                <a:cs typeface="Nunito Sans"/>
              </a:defRPr>
            </a:lvl6pPr>
            <a:lvl7pPr>
              <a:defRPr sz="2625" b="0" i="0">
                <a:solidFill>
                  <a:srgbClr val="F8FAFC"/>
                </a:solidFill>
                <a:latin typeface="Nunito Sans"/>
                <a:ea typeface="Nunito Sans"/>
                <a:cs typeface="Nunito Sans"/>
              </a:defRPr>
            </a:lvl7pPr>
            <a:lvl8pPr>
              <a:defRPr sz="2625" b="0" i="0">
                <a:solidFill>
                  <a:srgbClr val="F8FAFC"/>
                </a:solidFill>
                <a:latin typeface="Nunito Sans"/>
                <a:ea typeface="Nunito Sans"/>
                <a:cs typeface="Nunito Sans"/>
              </a:defRPr>
            </a:lvl8pPr>
            <a:lvl9pPr>
              <a:defRPr sz="2625" b="0" i="0">
                <a:solidFill>
                  <a:srgbClr val="F8FAFC"/>
                </a:solidFill>
                <a:latin typeface="Nunito Sans"/>
                <a:ea typeface="Nunito Sans"/>
                <a:cs typeface="Nunito Sans"/>
              </a:defRPr>
            </a:lvl9pPr>
          </a:lstStyle>
          <a:p xmlns:a="http://schemas.openxmlformats.org/drawingml/2006/main">
            <a:pPr>
              <a:defRPr sz="2625" b="0" i="0">
                <a:solidFill>
                  <a:srgbClr val="F8FAFC"/>
                </a:solidFill>
                <a:latin typeface="Nunito Sans"/>
                <a:ea typeface="Nunito Sans"/>
                <a:cs typeface="Nunito Sans"/>
              </a:defRPr>
            </a:pPr>
            <a:r>
              <a:rPr sz="2625" b="0" i="0">
                <a:solidFill>
                  <a:srgbClr val="F8FAFC"/>
                </a:solidFill>
                <a:latin typeface="Nunito Sans"/>
                <a:ea typeface="Nunito Sans"/>
                <a:cs typeface="Nunito Sans"/>
              </a:rPr>
              <a:t>Subscription</a:t>
            </a:r>
          </a:p>
        </p:txBody>
      </p:sp>
      <p:sp>
        <p:nvSpPr>
          <p:cNvPr id="12" name="">
            <a:extLst xmlns:a="http://schemas.openxmlformats.org/drawingml/2006/main">
              <a:ext uri="{FF2B5EF4-FFF2-40B4-BE49-F238E27FC236}">
                <a16:creationId xmlns:a16="http://schemas.microsoft.com/office/drawing/2014/main" id="{1A76386C-77E1-4C76-B631-C062FD98B6EA}"/>
              </a:ext>
            </a:extLst>
          </p:cNvPr>
          <p:cNvSpPr>
            <a:spLocks xmlns:a="http://schemas.openxmlformats.org/drawingml/2006/main" noGrp="1"/>
          </p:cNvSpPr>
          <p:nvPr/>
        </p:nvSpPr>
        <p:spPr>
          <a:xfrm xmlns:a="http://schemas.openxmlformats.org/drawingml/2006/main">
            <a:off x="6267450" y="5010150"/>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i="0">
                <a:solidFill>
                  <a:srgbClr val="F8FAFC"/>
                </a:solidFill>
                <a:latin typeface="Nunito Sans"/>
                <a:ea typeface="Nunito Sans"/>
                <a:cs typeface="Nunito Sans"/>
              </a:defRPr>
            </a:defPPr>
            <a:lvl1pPr>
              <a:defRPr sz="3300" b="1" i="0">
                <a:solidFill>
                  <a:srgbClr val="F8FAFC"/>
                </a:solidFill>
                <a:latin typeface="Nunito Sans"/>
                <a:ea typeface="Nunito Sans"/>
                <a:cs typeface="Nunito Sans"/>
              </a:defRPr>
            </a:lvl1pPr>
            <a:lvl2pPr>
              <a:defRPr sz="3300" b="1" i="0">
                <a:solidFill>
                  <a:srgbClr val="F8FAFC"/>
                </a:solidFill>
                <a:latin typeface="Nunito Sans"/>
                <a:ea typeface="Nunito Sans"/>
                <a:cs typeface="Nunito Sans"/>
              </a:defRPr>
            </a:lvl2pPr>
            <a:lvl3pPr>
              <a:defRPr sz="3300" b="1" i="0">
                <a:solidFill>
                  <a:srgbClr val="F8FAFC"/>
                </a:solidFill>
                <a:latin typeface="Nunito Sans"/>
                <a:ea typeface="Nunito Sans"/>
                <a:cs typeface="Nunito Sans"/>
              </a:defRPr>
            </a:lvl3pPr>
            <a:lvl4pPr>
              <a:defRPr sz="3300" b="1" i="0">
                <a:solidFill>
                  <a:srgbClr val="F8FAFC"/>
                </a:solidFill>
                <a:latin typeface="Nunito Sans"/>
                <a:ea typeface="Nunito Sans"/>
                <a:cs typeface="Nunito Sans"/>
              </a:defRPr>
            </a:lvl4pPr>
            <a:lvl5pPr>
              <a:defRPr sz="3300" b="1" i="0">
                <a:solidFill>
                  <a:srgbClr val="F8FAFC"/>
                </a:solidFill>
                <a:latin typeface="Nunito Sans"/>
                <a:ea typeface="Nunito Sans"/>
                <a:cs typeface="Nunito Sans"/>
              </a:defRPr>
            </a:lvl5pPr>
            <a:lvl6pPr>
              <a:defRPr sz="3300" b="1" i="0">
                <a:solidFill>
                  <a:srgbClr val="F8FAFC"/>
                </a:solidFill>
                <a:latin typeface="Nunito Sans"/>
                <a:ea typeface="Nunito Sans"/>
                <a:cs typeface="Nunito Sans"/>
              </a:defRPr>
            </a:lvl6pPr>
            <a:lvl7pPr>
              <a:defRPr sz="3300" b="1" i="0">
                <a:solidFill>
                  <a:srgbClr val="F8FAFC"/>
                </a:solidFill>
                <a:latin typeface="Nunito Sans"/>
                <a:ea typeface="Nunito Sans"/>
                <a:cs typeface="Nunito Sans"/>
              </a:defRPr>
            </a:lvl7pPr>
            <a:lvl8pPr>
              <a:defRPr sz="3300" b="1" i="0">
                <a:solidFill>
                  <a:srgbClr val="F8FAFC"/>
                </a:solidFill>
                <a:latin typeface="Nunito Sans"/>
                <a:ea typeface="Nunito Sans"/>
                <a:cs typeface="Nunito Sans"/>
              </a:defRPr>
            </a:lvl8pPr>
            <a:lvl9pPr>
              <a:defRPr sz="3300" b="1" i="0">
                <a:solidFill>
                  <a:srgbClr val="F8FAFC"/>
                </a:solidFill>
                <a:latin typeface="Nunito Sans"/>
                <a:ea typeface="Nunito Sans"/>
                <a:cs typeface="Nunito Sans"/>
              </a:defRPr>
            </a:lvl9pPr>
          </a:lstStyle>
          <a:p xmlns:a="http://schemas.openxmlformats.org/drawingml/2006/main">
            <a:pPr>
              <a:defRPr sz="3300" b="1" i="0">
                <a:solidFill>
                  <a:srgbClr val="F8FAFC"/>
                </a:solidFill>
                <a:latin typeface="Nunito Sans"/>
                <a:ea typeface="Nunito Sans"/>
                <a:cs typeface="Nunito Sans"/>
              </a:defRPr>
            </a:pPr>
            <a:r>
              <a:rPr sz="3300" b="1" i="0">
                <a:solidFill>
                  <a:srgbClr val="F8FAFC"/>
                </a:solidFill>
                <a:latin typeface="Nunito Sans"/>
                <a:ea typeface="Nunito Sans"/>
                <a:cs typeface="Nunito Sans"/>
              </a:rPr>
              <a:t>$500 per site / month</a:t>
            </a:r>
          </a:p>
        </p:txBody>
      </p:sp>
      <p:sp>
        <p:nvSpPr>
          <p:cNvPr id="13" name="">
            <a:extLst xmlns:a="http://schemas.openxmlformats.org/drawingml/2006/main">
              <a:ext uri="{FF2B5EF4-FFF2-40B4-BE49-F238E27FC236}">
                <a16:creationId xmlns:a16="http://schemas.microsoft.com/office/drawing/2014/main" id="{F7FC6E74-70F8-4150-8B5E-8AEDCAC00D29}"/>
              </a:ext>
            </a:extLst>
          </p:cNvPr>
          <p:cNvSpPr>
            <a:spLocks xmlns:a="http://schemas.openxmlformats.org/drawingml/2006/main" noGrp="1"/>
          </p:cNvSpPr>
          <p:nvPr/>
        </p:nvSpPr>
        <p:spPr>
          <a:xfrm xmlns:a="http://schemas.openxmlformats.org/drawingml/2006/main">
            <a:off x="571500" y="6057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i="0">
                <a:solidFill>
                  <a:srgbClr val="F8FAFC"/>
                </a:solidFill>
                <a:latin typeface="Nunito Sans"/>
                <a:ea typeface="Nunito Sans"/>
                <a:cs typeface="Nunito Sans"/>
              </a:defRPr>
            </a:defPPr>
            <a:lvl1pPr>
              <a:defRPr sz="2175" b="1" i="0">
                <a:solidFill>
                  <a:srgbClr val="F8FAFC"/>
                </a:solidFill>
                <a:latin typeface="Nunito Sans"/>
                <a:ea typeface="Nunito Sans"/>
                <a:cs typeface="Nunito Sans"/>
              </a:defRPr>
            </a:lvl1pPr>
            <a:lvl2pPr>
              <a:defRPr sz="2175" b="1" i="0">
                <a:solidFill>
                  <a:srgbClr val="F8FAFC"/>
                </a:solidFill>
                <a:latin typeface="Nunito Sans"/>
                <a:ea typeface="Nunito Sans"/>
                <a:cs typeface="Nunito Sans"/>
              </a:defRPr>
            </a:lvl2pPr>
            <a:lvl3pPr>
              <a:defRPr sz="2175" b="1" i="0">
                <a:solidFill>
                  <a:srgbClr val="F8FAFC"/>
                </a:solidFill>
                <a:latin typeface="Nunito Sans"/>
                <a:ea typeface="Nunito Sans"/>
                <a:cs typeface="Nunito Sans"/>
              </a:defRPr>
            </a:lvl3pPr>
            <a:lvl4pPr>
              <a:defRPr sz="2175" b="1" i="0">
                <a:solidFill>
                  <a:srgbClr val="F8FAFC"/>
                </a:solidFill>
                <a:latin typeface="Nunito Sans"/>
                <a:ea typeface="Nunito Sans"/>
                <a:cs typeface="Nunito Sans"/>
              </a:defRPr>
            </a:lvl4pPr>
            <a:lvl5pPr>
              <a:defRPr sz="2175" b="1" i="0">
                <a:solidFill>
                  <a:srgbClr val="F8FAFC"/>
                </a:solidFill>
                <a:latin typeface="Nunito Sans"/>
                <a:ea typeface="Nunito Sans"/>
                <a:cs typeface="Nunito Sans"/>
              </a:defRPr>
            </a:lvl5pPr>
            <a:lvl6pPr>
              <a:defRPr sz="2175" b="1" i="0">
                <a:solidFill>
                  <a:srgbClr val="F8FAFC"/>
                </a:solidFill>
                <a:latin typeface="Nunito Sans"/>
                <a:ea typeface="Nunito Sans"/>
                <a:cs typeface="Nunito Sans"/>
              </a:defRPr>
            </a:lvl6pPr>
            <a:lvl7pPr>
              <a:defRPr sz="2175" b="1" i="0">
                <a:solidFill>
                  <a:srgbClr val="F8FAFC"/>
                </a:solidFill>
                <a:latin typeface="Nunito Sans"/>
                <a:ea typeface="Nunito Sans"/>
                <a:cs typeface="Nunito Sans"/>
              </a:defRPr>
            </a:lvl7pPr>
            <a:lvl8pPr>
              <a:defRPr sz="2175" b="1" i="0">
                <a:solidFill>
                  <a:srgbClr val="F8FAFC"/>
                </a:solidFill>
                <a:latin typeface="Nunito Sans"/>
                <a:ea typeface="Nunito Sans"/>
                <a:cs typeface="Nunito Sans"/>
              </a:defRPr>
            </a:lvl8pPr>
            <a:lvl9pPr>
              <a:defRPr sz="2175" b="1" i="0">
                <a:solidFill>
                  <a:srgbClr val="F8FAFC"/>
                </a:solidFill>
                <a:latin typeface="Nunito Sans"/>
                <a:ea typeface="Nunito Sans"/>
                <a:cs typeface="Nunito Sans"/>
              </a:defRPr>
            </a:lvl9pPr>
          </a:lstStyle>
          <a:p xmlns:a="http://schemas.openxmlformats.org/drawingml/2006/main">
            <a:pPr>
              <a:defRPr sz="2175" b="1" i="0">
                <a:solidFill>
                  <a:srgbClr val="F8FAFC"/>
                </a:solidFill>
                <a:latin typeface="Nunito Sans"/>
                <a:ea typeface="Nunito Sans"/>
                <a:cs typeface="Nunito Sans"/>
              </a:defRPr>
            </a:pPr>
            <a:r>
              <a:rPr sz="2175" b="1" i="0">
                <a:solidFill>
                  <a:srgbClr val="F8FAFC"/>
                </a:solidFill>
                <a:latin typeface="Nunito Sans"/>
                <a:ea typeface="Nunito Sans"/>
                <a:cs typeface="Nunito Sans"/>
              </a:rPr>
              <a:t>Federal funding route: DHS S&amp;T SBIR Phase I</a:t>
            </a:r>
          </a:p>
        </p:txBody>
      </p:sp>
    </p:spTree>
    <p:extLst>
      <p:ext uri="{BB962C8B-B14F-4D97-AF65-F5344CB8AC3E}">
        <p14:creationId xmlns:p14="http://schemas.microsoft.com/office/powerpoint/2010/main" val="985738878"/>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156463B-EA28-4EBF-896A-18EC4B57579E}"/>
              </a:ext>
            </a:extLst>
          </p:cNvPr>
          <p:cNvSpPr>
            <a:spLocks xmlns:a="http://schemas.openxmlformats.org/drawingml/2006/main" noGrp="1"/>
          </p:cNvSpPr>
          <p:nvPr/>
        </p:nvSpPr>
        <p:spPr>
          <a:xfrm xmlns:a="http://schemas.openxmlformats.org/drawingml/2006/main">
            <a:off x="11315700" y="643890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i="0">
                <a:solidFill>
                  <a:srgbClr val="506B82"/>
                </a:solidFill>
                <a:latin typeface="Nunito Sans"/>
                <a:ea typeface="Nunito Sans"/>
                <a:cs typeface="Nunito Sans"/>
              </a:defRPr>
            </a:defPPr>
            <a:lvl1pPr>
              <a:defRPr sz="1125" b="0" i="0">
                <a:solidFill>
                  <a:srgbClr val="506B82"/>
                </a:solidFill>
                <a:latin typeface="Nunito Sans"/>
                <a:ea typeface="Nunito Sans"/>
                <a:cs typeface="Nunito Sans"/>
              </a:defRPr>
            </a:lvl1pPr>
            <a:lvl2pPr>
              <a:defRPr sz="1125" b="0" i="0">
                <a:solidFill>
                  <a:srgbClr val="506B82"/>
                </a:solidFill>
                <a:latin typeface="Nunito Sans"/>
                <a:ea typeface="Nunito Sans"/>
                <a:cs typeface="Nunito Sans"/>
              </a:defRPr>
            </a:lvl2pPr>
            <a:lvl3pPr>
              <a:defRPr sz="1125" b="0" i="0">
                <a:solidFill>
                  <a:srgbClr val="506B82"/>
                </a:solidFill>
                <a:latin typeface="Nunito Sans"/>
                <a:ea typeface="Nunito Sans"/>
                <a:cs typeface="Nunito Sans"/>
              </a:defRPr>
            </a:lvl3pPr>
            <a:lvl4pPr>
              <a:defRPr sz="1125" b="0" i="0">
                <a:solidFill>
                  <a:srgbClr val="506B82"/>
                </a:solidFill>
                <a:latin typeface="Nunito Sans"/>
                <a:ea typeface="Nunito Sans"/>
                <a:cs typeface="Nunito Sans"/>
              </a:defRPr>
            </a:lvl4pPr>
            <a:lvl5pPr>
              <a:defRPr sz="1125" b="0" i="0">
                <a:solidFill>
                  <a:srgbClr val="506B82"/>
                </a:solidFill>
                <a:latin typeface="Nunito Sans"/>
                <a:ea typeface="Nunito Sans"/>
                <a:cs typeface="Nunito Sans"/>
              </a:defRPr>
            </a:lvl5pPr>
            <a:lvl6pPr>
              <a:defRPr sz="1125" b="0" i="0">
                <a:solidFill>
                  <a:srgbClr val="506B82"/>
                </a:solidFill>
                <a:latin typeface="Nunito Sans"/>
                <a:ea typeface="Nunito Sans"/>
                <a:cs typeface="Nunito Sans"/>
              </a:defRPr>
            </a:lvl6pPr>
            <a:lvl7pPr>
              <a:defRPr sz="1125" b="0" i="0">
                <a:solidFill>
                  <a:srgbClr val="506B82"/>
                </a:solidFill>
                <a:latin typeface="Nunito Sans"/>
                <a:ea typeface="Nunito Sans"/>
                <a:cs typeface="Nunito Sans"/>
              </a:defRPr>
            </a:lvl7pPr>
            <a:lvl8pPr>
              <a:defRPr sz="1125" b="0" i="0">
                <a:solidFill>
                  <a:srgbClr val="506B82"/>
                </a:solidFill>
                <a:latin typeface="Nunito Sans"/>
                <a:ea typeface="Nunito Sans"/>
                <a:cs typeface="Nunito Sans"/>
              </a:defRPr>
            </a:lvl8pPr>
            <a:lvl9pPr>
              <a:defRPr sz="1125" b="0" i="0">
                <a:solidFill>
                  <a:srgbClr val="506B82"/>
                </a:solidFill>
                <a:latin typeface="Nunito Sans"/>
                <a:ea typeface="Nunito Sans"/>
                <a:cs typeface="Nunito Sans"/>
              </a:defRPr>
            </a:lvl9pPr>
          </a:lstStyle>
          <a:p xmlns:a="http://schemas.openxmlformats.org/drawingml/2006/main">
            <a:pPr>
              <a:defRPr sz="1125" b="0" i="0">
                <a:solidFill>
                  <a:srgbClr val="506B82"/>
                </a:solidFill>
                <a:latin typeface="Nunito Sans"/>
                <a:ea typeface="Nunito Sans"/>
                <a:cs typeface="Nunito Sans"/>
              </a:defRPr>
            </a:pPr>
            <a:r>
              <a:rPr sz="1125" b="0" i="0">
                <a:solidFill>
                  <a:srgbClr val="506B82"/>
                </a:solidFill>
                <a:latin typeface="Nunito Sans"/>
                <a:ea typeface="Nunito Sans"/>
                <a:cs typeface="Nunito Sans"/>
              </a:rPr>
              <a:t>10</a:t>
            </a:r>
          </a:p>
        </p:txBody>
      </p:sp>
      <p:sp>
        <p:nvSpPr>
          <p:cNvPr id="2" name="">
            <a:extLst xmlns:a="http://schemas.openxmlformats.org/drawingml/2006/main">
              <a:ext uri="{FF2B5EF4-FFF2-40B4-BE49-F238E27FC236}">
                <a16:creationId xmlns:a16="http://schemas.microsoft.com/office/drawing/2014/main" id="{BEBDB854-780F-4F91-B81F-25C29B3529DA}"/>
              </a:ext>
            </a:extLst>
          </p:cNvPr>
          <p:cNvSpPr>
            <a:spLocks xmlns:a="http://schemas.openxmlformats.org/drawingml/2006/main" noGrp="1"/>
          </p:cNvSpPr>
          <p:nvPr/>
        </p:nvSpPr>
        <p:spPr>
          <a:xfrm xmlns:a="http://schemas.openxmlformats.org/drawingml/2006/main">
            <a:off x="228600" y="190500"/>
            <a:ext cx="11734800" cy="6286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BED3E7"/>
            </a:solidFill>
          </a:ln>
        </p:spPr>
      </p:sp>
      <p:sp>
        <p:nvSpPr>
          <p:cNvPr id="3" name="">
            <a:extLst xmlns:a="http://schemas.openxmlformats.org/drawingml/2006/main">
              <a:ext uri="{FF2B5EF4-FFF2-40B4-BE49-F238E27FC236}">
                <a16:creationId xmlns:a16="http://schemas.microsoft.com/office/drawing/2014/main" id="{1029B228-2C82-4A9B-BA82-0ED912198CBE}"/>
              </a:ext>
            </a:extLst>
          </p:cNvPr>
          <p:cNvSpPr>
            <a:spLocks xmlns:a="http://schemas.openxmlformats.org/drawingml/2006/main" noGrp="1"/>
          </p:cNvSpPr>
          <p:nvPr/>
        </p:nvSpPr>
        <p:spPr>
          <a:xfrm xmlns:a="http://schemas.openxmlformats.org/drawingml/2006/main">
            <a:off x="533400" y="371475"/>
            <a:ext cx="2333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1" i="0">
                <a:solidFill>
                  <a:srgbClr val="233D54"/>
                </a:solidFill>
                <a:latin typeface="Nunito Sans"/>
                <a:ea typeface="Nunito Sans"/>
                <a:cs typeface="Nunito Sans"/>
              </a:defRPr>
            </a:defPPr>
            <a:lvl1pPr>
              <a:defRPr sz="1800" b="1" i="0">
                <a:solidFill>
                  <a:srgbClr val="233D54"/>
                </a:solidFill>
                <a:latin typeface="Nunito Sans"/>
                <a:ea typeface="Nunito Sans"/>
                <a:cs typeface="Nunito Sans"/>
              </a:defRPr>
            </a:lvl1pPr>
            <a:lvl2pPr>
              <a:defRPr sz="1800" b="1" i="0">
                <a:solidFill>
                  <a:srgbClr val="233D54"/>
                </a:solidFill>
                <a:latin typeface="Nunito Sans"/>
                <a:ea typeface="Nunito Sans"/>
                <a:cs typeface="Nunito Sans"/>
              </a:defRPr>
            </a:lvl2pPr>
            <a:lvl3pPr>
              <a:defRPr sz="1800" b="1" i="0">
                <a:solidFill>
                  <a:srgbClr val="233D54"/>
                </a:solidFill>
                <a:latin typeface="Nunito Sans"/>
                <a:ea typeface="Nunito Sans"/>
                <a:cs typeface="Nunito Sans"/>
              </a:defRPr>
            </a:lvl3pPr>
            <a:lvl4pPr>
              <a:defRPr sz="1800" b="1" i="0">
                <a:solidFill>
                  <a:srgbClr val="233D54"/>
                </a:solidFill>
                <a:latin typeface="Nunito Sans"/>
                <a:ea typeface="Nunito Sans"/>
                <a:cs typeface="Nunito Sans"/>
              </a:defRPr>
            </a:lvl4pPr>
            <a:lvl5pPr>
              <a:defRPr sz="1800" b="1" i="0">
                <a:solidFill>
                  <a:srgbClr val="233D54"/>
                </a:solidFill>
                <a:latin typeface="Nunito Sans"/>
                <a:ea typeface="Nunito Sans"/>
                <a:cs typeface="Nunito Sans"/>
              </a:defRPr>
            </a:lvl5pPr>
            <a:lvl6pPr>
              <a:defRPr sz="1800" b="1" i="0">
                <a:solidFill>
                  <a:srgbClr val="233D54"/>
                </a:solidFill>
                <a:latin typeface="Nunito Sans"/>
                <a:ea typeface="Nunito Sans"/>
                <a:cs typeface="Nunito Sans"/>
              </a:defRPr>
            </a:lvl6pPr>
            <a:lvl7pPr>
              <a:defRPr sz="1800" b="1" i="0">
                <a:solidFill>
                  <a:srgbClr val="233D54"/>
                </a:solidFill>
                <a:latin typeface="Nunito Sans"/>
                <a:ea typeface="Nunito Sans"/>
                <a:cs typeface="Nunito Sans"/>
              </a:defRPr>
            </a:lvl7pPr>
            <a:lvl8pPr>
              <a:defRPr sz="1800" b="1" i="0">
                <a:solidFill>
                  <a:srgbClr val="233D54"/>
                </a:solidFill>
                <a:latin typeface="Nunito Sans"/>
                <a:ea typeface="Nunito Sans"/>
                <a:cs typeface="Nunito Sans"/>
              </a:defRPr>
            </a:lvl8pPr>
            <a:lvl9pPr>
              <a:defRPr sz="1800" b="1" i="0">
                <a:solidFill>
                  <a:srgbClr val="233D54"/>
                </a:solidFill>
                <a:latin typeface="Nunito Sans"/>
                <a:ea typeface="Nunito Sans"/>
                <a:cs typeface="Nunito Sans"/>
              </a:defRPr>
            </a:lvl9pPr>
          </a:lstStyle>
          <a:p xmlns:a="http://schemas.openxmlformats.org/drawingml/2006/main">
            <a:pPr>
              <a:defRPr sz="1800" b="1" i="0">
                <a:solidFill>
                  <a:srgbClr val="233D54"/>
                </a:solidFill>
                <a:latin typeface="Nunito Sans"/>
                <a:ea typeface="Nunito Sans"/>
                <a:cs typeface="Nunito Sans"/>
              </a:defRPr>
            </a:pPr>
            <a:r>
              <a:rPr sz="1800" b="1" i="0">
                <a:solidFill>
                  <a:srgbClr val="233D54"/>
                </a:solidFill>
                <a:latin typeface="Nunito Sans"/>
                <a:ea typeface="Nunito Sans"/>
                <a:cs typeface="Nunito Sans"/>
              </a:rPr>
              <a:t>Comm Control</a:t>
            </a:r>
          </a:p>
        </p:txBody>
      </p:sp>
      <p:sp>
        <p:nvSpPr>
          <p:cNvPr id="4" name="">
            <a:extLst xmlns:a="http://schemas.openxmlformats.org/drawingml/2006/main">
              <a:ext uri="{FF2B5EF4-FFF2-40B4-BE49-F238E27FC236}">
                <a16:creationId xmlns:a16="http://schemas.microsoft.com/office/drawing/2014/main" id="{DF409558-9CD9-44C1-B5E0-899CEFC9163D}"/>
              </a:ext>
            </a:extLst>
          </p:cNvPr>
          <p:cNvSpPr>
            <a:spLocks xmlns:a="http://schemas.openxmlformats.org/drawingml/2006/main" noGrp="1"/>
          </p:cNvSpPr>
          <p:nvPr/>
        </p:nvSpPr>
        <p:spPr>
          <a:xfrm xmlns:a="http://schemas.openxmlformats.org/drawingml/2006/main">
            <a:off x="3190875" y="419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i="0">
                <a:solidFill>
                  <a:srgbClr val="506B82"/>
                </a:solidFill>
                <a:latin typeface="Nunito Sans"/>
                <a:ea typeface="Nunito Sans"/>
                <a:cs typeface="Nunito Sans"/>
              </a:defRPr>
            </a:defPPr>
            <a:lvl1pPr>
              <a:defRPr sz="1350" b="0" i="0">
                <a:solidFill>
                  <a:srgbClr val="506B82"/>
                </a:solidFill>
                <a:latin typeface="Nunito Sans"/>
                <a:ea typeface="Nunito Sans"/>
                <a:cs typeface="Nunito Sans"/>
              </a:defRPr>
            </a:lvl1pPr>
            <a:lvl2pPr>
              <a:defRPr sz="1350" b="0" i="0">
                <a:solidFill>
                  <a:srgbClr val="506B82"/>
                </a:solidFill>
                <a:latin typeface="Nunito Sans"/>
                <a:ea typeface="Nunito Sans"/>
                <a:cs typeface="Nunito Sans"/>
              </a:defRPr>
            </a:lvl2pPr>
            <a:lvl3pPr>
              <a:defRPr sz="1350" b="0" i="0">
                <a:solidFill>
                  <a:srgbClr val="506B82"/>
                </a:solidFill>
                <a:latin typeface="Nunito Sans"/>
                <a:ea typeface="Nunito Sans"/>
                <a:cs typeface="Nunito Sans"/>
              </a:defRPr>
            </a:lvl3pPr>
            <a:lvl4pPr>
              <a:defRPr sz="1350" b="0" i="0">
                <a:solidFill>
                  <a:srgbClr val="506B82"/>
                </a:solidFill>
                <a:latin typeface="Nunito Sans"/>
                <a:ea typeface="Nunito Sans"/>
                <a:cs typeface="Nunito Sans"/>
              </a:defRPr>
            </a:lvl4pPr>
            <a:lvl5pPr>
              <a:defRPr sz="1350" b="0" i="0">
                <a:solidFill>
                  <a:srgbClr val="506B82"/>
                </a:solidFill>
                <a:latin typeface="Nunito Sans"/>
                <a:ea typeface="Nunito Sans"/>
                <a:cs typeface="Nunito Sans"/>
              </a:defRPr>
            </a:lvl5pPr>
            <a:lvl6pPr>
              <a:defRPr sz="1350" b="0" i="0">
                <a:solidFill>
                  <a:srgbClr val="506B82"/>
                </a:solidFill>
                <a:latin typeface="Nunito Sans"/>
                <a:ea typeface="Nunito Sans"/>
                <a:cs typeface="Nunito Sans"/>
              </a:defRPr>
            </a:lvl6pPr>
            <a:lvl7pPr>
              <a:defRPr sz="1350" b="0" i="0">
                <a:solidFill>
                  <a:srgbClr val="506B82"/>
                </a:solidFill>
                <a:latin typeface="Nunito Sans"/>
                <a:ea typeface="Nunito Sans"/>
                <a:cs typeface="Nunito Sans"/>
              </a:defRPr>
            </a:lvl7pPr>
            <a:lvl8pPr>
              <a:defRPr sz="1350" b="0" i="0">
                <a:solidFill>
                  <a:srgbClr val="506B82"/>
                </a:solidFill>
                <a:latin typeface="Nunito Sans"/>
                <a:ea typeface="Nunito Sans"/>
                <a:cs typeface="Nunito Sans"/>
              </a:defRPr>
            </a:lvl8pPr>
            <a:lvl9pPr>
              <a:defRPr sz="1350" b="0" i="0">
                <a:solidFill>
                  <a:srgbClr val="506B82"/>
                </a:solidFill>
                <a:latin typeface="Nunito Sans"/>
                <a:ea typeface="Nunito Sans"/>
                <a:cs typeface="Nunito Sans"/>
              </a:defRPr>
            </a:lvl9pPr>
          </a:lstStyle>
          <a:p xmlns:a="http://schemas.openxmlformats.org/drawingml/2006/main">
            <a:pPr>
              <a:defRPr sz="1350" b="0" i="0">
                <a:solidFill>
                  <a:srgbClr val="506B82"/>
                </a:solidFill>
                <a:latin typeface="Nunito Sans"/>
                <a:ea typeface="Nunito Sans"/>
                <a:cs typeface="Nunito Sans"/>
              </a:defRPr>
            </a:pPr>
            <a:r>
              <a:rPr sz="1350" b="0" i="0">
                <a:solidFill>
                  <a:srgbClr val="506B82"/>
                </a:solidFill>
                <a:latin typeface="Nunito Sans"/>
                <a:ea typeface="Nunito Sans"/>
                <a:cs typeface="Nunito Sans"/>
              </a:rPr>
              <a:t>Thank you</a:t>
            </a:r>
          </a:p>
        </p:txBody>
      </p:sp>
      <p:sp>
        <p:nvSpPr>
          <p:cNvPr id="5" name="">
            <a:extLst xmlns:a="http://schemas.openxmlformats.org/drawingml/2006/main">
              <a:ext uri="{FF2B5EF4-FFF2-40B4-BE49-F238E27FC236}">
                <a16:creationId xmlns:a16="http://schemas.microsoft.com/office/drawing/2014/main" id="{FB1B4766-1E01-47CA-8E35-9F5F2290EF1E}"/>
              </a:ext>
            </a:extLst>
          </p:cNvPr>
          <p:cNvSpPr>
            <a:spLocks xmlns:a="http://schemas.openxmlformats.org/drawingml/2006/main" noGrp="1"/>
          </p:cNvSpPr>
          <p:nvPr/>
        </p:nvSpPr>
        <p:spPr>
          <a:xfrm xmlns:a="http://schemas.openxmlformats.org/drawingml/2006/main">
            <a:off x="533400" y="1038225"/>
            <a:ext cx="11144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650" b="1" i="0">
                <a:solidFill>
                  <a:srgbClr val="233D54"/>
                </a:solidFill>
                <a:latin typeface="Nunito Sans"/>
                <a:ea typeface="Nunito Sans"/>
                <a:cs typeface="Nunito Sans"/>
              </a:defRPr>
            </a:defPPr>
            <a:lvl1pPr>
              <a:defRPr sz="4650" b="1" i="0">
                <a:solidFill>
                  <a:srgbClr val="233D54"/>
                </a:solidFill>
                <a:latin typeface="Nunito Sans"/>
                <a:ea typeface="Nunito Sans"/>
                <a:cs typeface="Nunito Sans"/>
              </a:defRPr>
            </a:lvl1pPr>
            <a:lvl2pPr>
              <a:defRPr sz="4650" b="1" i="0">
                <a:solidFill>
                  <a:srgbClr val="233D54"/>
                </a:solidFill>
                <a:latin typeface="Nunito Sans"/>
                <a:ea typeface="Nunito Sans"/>
                <a:cs typeface="Nunito Sans"/>
              </a:defRPr>
            </a:lvl2pPr>
            <a:lvl3pPr>
              <a:defRPr sz="4650" b="1" i="0">
                <a:solidFill>
                  <a:srgbClr val="233D54"/>
                </a:solidFill>
                <a:latin typeface="Nunito Sans"/>
                <a:ea typeface="Nunito Sans"/>
                <a:cs typeface="Nunito Sans"/>
              </a:defRPr>
            </a:lvl3pPr>
            <a:lvl4pPr>
              <a:defRPr sz="4650" b="1" i="0">
                <a:solidFill>
                  <a:srgbClr val="233D54"/>
                </a:solidFill>
                <a:latin typeface="Nunito Sans"/>
                <a:ea typeface="Nunito Sans"/>
                <a:cs typeface="Nunito Sans"/>
              </a:defRPr>
            </a:lvl4pPr>
            <a:lvl5pPr>
              <a:defRPr sz="4650" b="1" i="0">
                <a:solidFill>
                  <a:srgbClr val="233D54"/>
                </a:solidFill>
                <a:latin typeface="Nunito Sans"/>
                <a:ea typeface="Nunito Sans"/>
                <a:cs typeface="Nunito Sans"/>
              </a:defRPr>
            </a:lvl5pPr>
            <a:lvl6pPr>
              <a:defRPr sz="4650" b="1" i="0">
                <a:solidFill>
                  <a:srgbClr val="233D54"/>
                </a:solidFill>
                <a:latin typeface="Nunito Sans"/>
                <a:ea typeface="Nunito Sans"/>
                <a:cs typeface="Nunito Sans"/>
              </a:defRPr>
            </a:lvl6pPr>
            <a:lvl7pPr>
              <a:defRPr sz="4650" b="1" i="0">
                <a:solidFill>
                  <a:srgbClr val="233D54"/>
                </a:solidFill>
                <a:latin typeface="Nunito Sans"/>
                <a:ea typeface="Nunito Sans"/>
                <a:cs typeface="Nunito Sans"/>
              </a:defRPr>
            </a:lvl7pPr>
            <a:lvl8pPr>
              <a:defRPr sz="4650" b="1" i="0">
                <a:solidFill>
                  <a:srgbClr val="233D54"/>
                </a:solidFill>
                <a:latin typeface="Nunito Sans"/>
                <a:ea typeface="Nunito Sans"/>
                <a:cs typeface="Nunito Sans"/>
              </a:defRPr>
            </a:lvl8pPr>
            <a:lvl9pPr>
              <a:defRPr sz="4650" b="1" i="0">
                <a:solidFill>
                  <a:srgbClr val="233D54"/>
                </a:solidFill>
                <a:latin typeface="Nunito Sans"/>
                <a:ea typeface="Nunito Sans"/>
                <a:cs typeface="Nunito Sans"/>
              </a:defRPr>
            </a:lvl9pPr>
          </a:lstStyle>
          <a:p xmlns:a="http://schemas.openxmlformats.org/drawingml/2006/main">
            <a:pPr>
              <a:defRPr sz="4650" b="1" i="0">
                <a:solidFill>
                  <a:srgbClr val="233D54"/>
                </a:solidFill>
                <a:latin typeface="Nunito Sans"/>
                <a:ea typeface="Nunito Sans"/>
                <a:cs typeface="Nunito Sans"/>
              </a:defRPr>
            </a:pPr>
            <a:r>
              <a:rPr sz="4650" b="1" i="0">
                <a:solidFill>
                  <a:srgbClr val="233D54"/>
                </a:solidFill>
                <a:latin typeface="Nunito Sans"/>
                <a:ea typeface="Nunito Sans"/>
                <a:cs typeface="Nunito Sans"/>
              </a:rPr>
              <a:t>We’d love to test this</a:t>
            </a:r>
          </a:p>
          <a:p xmlns:a="http://schemas.openxmlformats.org/drawingml/2006/main">
            <a:pPr>
              <a:defRPr sz="4650" b="1" i="0">
                <a:solidFill>
                  <a:srgbClr val="233D54"/>
                </a:solidFill>
                <a:latin typeface="Nunito Sans"/>
                <a:ea typeface="Nunito Sans"/>
                <a:cs typeface="Nunito Sans"/>
              </a:defRPr>
            </a:pPr>
            <a:r>
              <a:rPr sz="4650" b="1" i="0">
                <a:solidFill>
                  <a:srgbClr val="233D54"/>
                </a:solidFill>
                <a:latin typeface="Nunito Sans"/>
                <a:ea typeface="Nunito Sans"/>
                <a:cs typeface="Nunito Sans"/>
              </a:rPr>
              <a:t>with a real facilities team</a:t>
            </a:r>
          </a:p>
        </p:txBody>
      </p:sp>
      <p:sp>
        <p:nvSpPr>
          <p:cNvPr id="6" name="">
            <a:extLst xmlns:a="http://schemas.openxmlformats.org/drawingml/2006/main">
              <a:ext uri="{FF2B5EF4-FFF2-40B4-BE49-F238E27FC236}">
                <a16:creationId xmlns:a16="http://schemas.microsoft.com/office/drawing/2014/main" id="{2C8F12E6-0E28-4848-A8C7-A55300B269C2}"/>
              </a:ext>
            </a:extLst>
          </p:cNvPr>
          <p:cNvSpPr>
            <a:spLocks xmlns:a="http://schemas.openxmlformats.org/drawingml/2006/main" noGrp="1"/>
          </p:cNvSpPr>
          <p:nvPr/>
        </p:nvSpPr>
        <p:spPr>
          <a:xfrm xmlns:a="http://schemas.openxmlformats.org/drawingml/2006/main">
            <a:off x="571500" y="325755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925" b="0" i="0">
                <a:solidFill>
                  <a:srgbClr val="2868AA"/>
                </a:solidFill>
                <a:latin typeface="Nunito Sans"/>
                <a:ea typeface="Nunito Sans"/>
                <a:cs typeface="Nunito Sans"/>
              </a:defRPr>
            </a:defPPr>
            <a:lvl1pPr>
              <a:defRPr sz="2925" b="0" i="0">
                <a:solidFill>
                  <a:srgbClr val="2868AA"/>
                </a:solidFill>
                <a:latin typeface="Nunito Sans"/>
                <a:ea typeface="Nunito Sans"/>
                <a:cs typeface="Nunito Sans"/>
              </a:defRPr>
            </a:lvl1pPr>
            <a:lvl2pPr>
              <a:defRPr sz="2925" b="0" i="0">
                <a:solidFill>
                  <a:srgbClr val="2868AA"/>
                </a:solidFill>
                <a:latin typeface="Nunito Sans"/>
                <a:ea typeface="Nunito Sans"/>
                <a:cs typeface="Nunito Sans"/>
              </a:defRPr>
            </a:lvl2pPr>
            <a:lvl3pPr>
              <a:defRPr sz="2925" b="0" i="0">
                <a:solidFill>
                  <a:srgbClr val="2868AA"/>
                </a:solidFill>
                <a:latin typeface="Nunito Sans"/>
                <a:ea typeface="Nunito Sans"/>
                <a:cs typeface="Nunito Sans"/>
              </a:defRPr>
            </a:lvl3pPr>
            <a:lvl4pPr>
              <a:defRPr sz="2925" b="0" i="0">
                <a:solidFill>
                  <a:srgbClr val="2868AA"/>
                </a:solidFill>
                <a:latin typeface="Nunito Sans"/>
                <a:ea typeface="Nunito Sans"/>
                <a:cs typeface="Nunito Sans"/>
              </a:defRPr>
            </a:lvl4pPr>
            <a:lvl5pPr>
              <a:defRPr sz="2925" b="0" i="0">
                <a:solidFill>
                  <a:srgbClr val="2868AA"/>
                </a:solidFill>
                <a:latin typeface="Nunito Sans"/>
                <a:ea typeface="Nunito Sans"/>
                <a:cs typeface="Nunito Sans"/>
              </a:defRPr>
            </a:lvl5pPr>
            <a:lvl6pPr>
              <a:defRPr sz="2925" b="0" i="0">
                <a:solidFill>
                  <a:srgbClr val="2868AA"/>
                </a:solidFill>
                <a:latin typeface="Nunito Sans"/>
                <a:ea typeface="Nunito Sans"/>
                <a:cs typeface="Nunito Sans"/>
              </a:defRPr>
            </a:lvl6pPr>
            <a:lvl7pPr>
              <a:defRPr sz="2925" b="0" i="0">
                <a:solidFill>
                  <a:srgbClr val="2868AA"/>
                </a:solidFill>
                <a:latin typeface="Nunito Sans"/>
                <a:ea typeface="Nunito Sans"/>
                <a:cs typeface="Nunito Sans"/>
              </a:defRPr>
            </a:lvl7pPr>
            <a:lvl8pPr>
              <a:defRPr sz="2925" b="0" i="0">
                <a:solidFill>
                  <a:srgbClr val="2868AA"/>
                </a:solidFill>
                <a:latin typeface="Nunito Sans"/>
                <a:ea typeface="Nunito Sans"/>
                <a:cs typeface="Nunito Sans"/>
              </a:defRPr>
            </a:lvl8pPr>
            <a:lvl9pPr>
              <a:defRPr sz="2925" b="0" i="0">
                <a:solidFill>
                  <a:srgbClr val="2868AA"/>
                </a:solidFill>
                <a:latin typeface="Nunito Sans"/>
                <a:ea typeface="Nunito Sans"/>
                <a:cs typeface="Nunito Sans"/>
              </a:defRPr>
            </a:lvl9pPr>
          </a:lstStyle>
          <a:p xmlns:a="http://schemas.openxmlformats.org/drawingml/2006/main">
            <a:pPr>
              <a:defRPr sz="2925" b="0" i="0">
                <a:solidFill>
                  <a:srgbClr val="2868AA"/>
                </a:solidFill>
                <a:latin typeface="Nunito Sans"/>
                <a:ea typeface="Nunito Sans"/>
                <a:cs typeface="Nunito Sans"/>
              </a:defRPr>
            </a:pPr>
            <a:r>
              <a:rPr sz="2925" b="0" i="0">
                <a:solidFill>
                  <a:srgbClr val="2868AA"/>
                </a:solidFill>
                <a:latin typeface="Nunito Sans"/>
                <a:ea typeface="Nunito Sans"/>
                <a:cs typeface="Nunito Sans"/>
              </a:rPr>
              <a:t>Help us learn what makes the desk’s job easier</a:t>
            </a:r>
          </a:p>
          <a:p xmlns:a="http://schemas.openxmlformats.org/drawingml/2006/main">
            <a:pPr>
              <a:defRPr sz="2925" b="0" i="0">
                <a:solidFill>
                  <a:srgbClr val="2868AA"/>
                </a:solidFill>
                <a:latin typeface="Nunito Sans"/>
                <a:ea typeface="Nunito Sans"/>
                <a:cs typeface="Nunito Sans"/>
              </a:defRPr>
            </a:pPr>
            <a:r>
              <a:rPr sz="2925" b="0" i="0">
                <a:solidFill>
                  <a:srgbClr val="2868AA"/>
                </a:solidFill>
                <a:latin typeface="Nunito Sans"/>
                <a:ea typeface="Nunito Sans"/>
                <a:cs typeface="Nunito Sans"/>
              </a:rPr>
              <a:t>and where Comm Control needs to improve.</a:t>
            </a:r>
          </a:p>
        </p:txBody>
      </p:sp>
      <p:sp>
        <p:nvSpPr>
          <p:cNvPr id="7" name="">
            <a:extLst xmlns:a="http://schemas.openxmlformats.org/drawingml/2006/main">
              <a:ext uri="{FF2B5EF4-FFF2-40B4-BE49-F238E27FC236}">
                <a16:creationId xmlns:a16="http://schemas.microsoft.com/office/drawing/2014/main" id="{A0EFBAC5-16D1-4889-8A3F-84BED39A7F44}"/>
              </a:ext>
            </a:extLst>
          </p:cNvPr>
          <p:cNvSpPr>
            <a:spLocks xmlns:a="http://schemas.openxmlformats.org/drawingml/2006/main" noGrp="1"/>
          </p:cNvSpPr>
          <p:nvPr/>
        </p:nvSpPr>
        <p:spPr>
          <a:xfrm xmlns:a="http://schemas.openxmlformats.org/drawingml/2006/main">
            <a:off x="571500" y="5591175"/>
            <a:ext cx="11001375" cy="9525"/>
          </a:xfrm>
          <a:prstGeom xmlns:a="http://schemas.openxmlformats.org/drawingml/2006/main" prst="rect">
            <a:avLst/>
          </a:prstGeom>
          <a:solidFill xmlns:a="http://schemas.openxmlformats.org/drawingml/2006/main">
            <a:srgbClr val="BED3E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3CB8CD0-F94E-43E1-8322-C7D3C7AAFED8}"/>
              </a:ext>
            </a:extLst>
          </p:cNvPr>
          <p:cNvSpPr>
            <a:spLocks xmlns:a="http://schemas.openxmlformats.org/drawingml/2006/main" noGrp="1"/>
          </p:cNvSpPr>
          <p:nvPr/>
        </p:nvSpPr>
        <p:spPr>
          <a:xfrm xmlns:a="http://schemas.openxmlformats.org/drawingml/2006/main">
            <a:off x="571500" y="58483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i="0">
                <a:solidFill>
                  <a:srgbClr val="233D54"/>
                </a:solidFill>
                <a:latin typeface="Nunito Sans"/>
                <a:ea typeface="Nunito Sans"/>
                <a:cs typeface="Nunito Sans"/>
              </a:defRPr>
            </a:defPPr>
            <a:lvl1pPr>
              <a:defRPr sz="2100" b="1" i="0">
                <a:solidFill>
                  <a:srgbClr val="233D54"/>
                </a:solidFill>
                <a:latin typeface="Nunito Sans"/>
                <a:ea typeface="Nunito Sans"/>
                <a:cs typeface="Nunito Sans"/>
              </a:defRPr>
            </a:lvl1pPr>
            <a:lvl2pPr>
              <a:defRPr sz="2100" b="1" i="0">
                <a:solidFill>
                  <a:srgbClr val="233D54"/>
                </a:solidFill>
                <a:latin typeface="Nunito Sans"/>
                <a:ea typeface="Nunito Sans"/>
                <a:cs typeface="Nunito Sans"/>
              </a:defRPr>
            </a:lvl2pPr>
            <a:lvl3pPr>
              <a:defRPr sz="2100" b="1" i="0">
                <a:solidFill>
                  <a:srgbClr val="233D54"/>
                </a:solidFill>
                <a:latin typeface="Nunito Sans"/>
                <a:ea typeface="Nunito Sans"/>
                <a:cs typeface="Nunito Sans"/>
              </a:defRPr>
            </a:lvl3pPr>
            <a:lvl4pPr>
              <a:defRPr sz="2100" b="1" i="0">
                <a:solidFill>
                  <a:srgbClr val="233D54"/>
                </a:solidFill>
                <a:latin typeface="Nunito Sans"/>
                <a:ea typeface="Nunito Sans"/>
                <a:cs typeface="Nunito Sans"/>
              </a:defRPr>
            </a:lvl4pPr>
            <a:lvl5pPr>
              <a:defRPr sz="2100" b="1" i="0">
                <a:solidFill>
                  <a:srgbClr val="233D54"/>
                </a:solidFill>
                <a:latin typeface="Nunito Sans"/>
                <a:ea typeface="Nunito Sans"/>
                <a:cs typeface="Nunito Sans"/>
              </a:defRPr>
            </a:lvl5pPr>
            <a:lvl6pPr>
              <a:defRPr sz="2100" b="1" i="0">
                <a:solidFill>
                  <a:srgbClr val="233D54"/>
                </a:solidFill>
                <a:latin typeface="Nunito Sans"/>
                <a:ea typeface="Nunito Sans"/>
                <a:cs typeface="Nunito Sans"/>
              </a:defRPr>
            </a:lvl6pPr>
            <a:lvl7pPr>
              <a:defRPr sz="2100" b="1" i="0">
                <a:solidFill>
                  <a:srgbClr val="233D54"/>
                </a:solidFill>
                <a:latin typeface="Nunito Sans"/>
                <a:ea typeface="Nunito Sans"/>
                <a:cs typeface="Nunito Sans"/>
              </a:defRPr>
            </a:lvl7pPr>
            <a:lvl8pPr>
              <a:defRPr sz="2100" b="1" i="0">
                <a:solidFill>
                  <a:srgbClr val="233D54"/>
                </a:solidFill>
                <a:latin typeface="Nunito Sans"/>
                <a:ea typeface="Nunito Sans"/>
                <a:cs typeface="Nunito Sans"/>
              </a:defRPr>
            </a:lvl8pPr>
            <a:lvl9pPr>
              <a:defRPr sz="2100" b="1" i="0">
                <a:solidFill>
                  <a:srgbClr val="233D54"/>
                </a:solidFill>
                <a:latin typeface="Nunito Sans"/>
                <a:ea typeface="Nunito Sans"/>
                <a:cs typeface="Nunito Sans"/>
              </a:defRPr>
            </a:lvl9pPr>
          </a:lstStyle>
          <a:p xmlns:a="http://schemas.openxmlformats.org/drawingml/2006/main">
            <a:pPr>
              <a:defRPr sz="2100" b="1" i="0">
                <a:solidFill>
                  <a:srgbClr val="233D54"/>
                </a:solidFill>
                <a:latin typeface="Nunito Sans"/>
                <a:ea typeface="Nunito Sans"/>
                <a:cs typeface="Nunito Sans"/>
              </a:defRPr>
            </a:pPr>
            <a:r>
              <a:rPr sz="2100" b="1" i="0">
                <a:solidFill>
                  <a:srgbClr val="233D54"/>
                </a:solidFill>
                <a:latin typeface="Nunito Sans"/>
                <a:ea typeface="Nunito Sans"/>
                <a:cs typeface="Nunito Sans"/>
              </a:rPr>
              <a:t>Mihir Duvedi</a:t>
            </a:r>
          </a:p>
        </p:txBody>
      </p:sp>
      <p:sp>
        <p:nvSpPr>
          <p:cNvPr id="9" name="">
            <a:extLst xmlns:a="http://schemas.openxmlformats.org/drawingml/2006/main">
              <a:ext uri="{FF2B5EF4-FFF2-40B4-BE49-F238E27FC236}">
                <a16:creationId xmlns:a16="http://schemas.microsoft.com/office/drawing/2014/main" id="{CE9C706C-46DF-40E4-A151-ECC7534DB9B9}"/>
              </a:ext>
            </a:extLst>
          </p:cNvPr>
          <p:cNvSpPr>
            <a:spLocks xmlns:a="http://schemas.openxmlformats.org/drawingml/2006/main" noGrp="1"/>
          </p:cNvSpPr>
          <p:nvPr/>
        </p:nvSpPr>
        <p:spPr>
          <a:xfrm xmlns:a="http://schemas.openxmlformats.org/drawingml/2006/main">
            <a:off x="571500" y="62769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i="0">
                <a:solidFill>
                  <a:srgbClr val="506B82"/>
                </a:solidFill>
                <a:latin typeface="Nunito Sans"/>
                <a:ea typeface="Nunito Sans"/>
                <a:cs typeface="Nunito Sans"/>
              </a:defRPr>
            </a:defPPr>
            <a:lvl1pPr>
              <a:defRPr sz="1575" b="0" i="0">
                <a:solidFill>
                  <a:srgbClr val="506B82"/>
                </a:solidFill>
                <a:latin typeface="Nunito Sans"/>
                <a:ea typeface="Nunito Sans"/>
                <a:cs typeface="Nunito Sans"/>
              </a:defRPr>
            </a:lvl1pPr>
            <a:lvl2pPr>
              <a:defRPr sz="1575" b="0" i="0">
                <a:solidFill>
                  <a:srgbClr val="506B82"/>
                </a:solidFill>
                <a:latin typeface="Nunito Sans"/>
                <a:ea typeface="Nunito Sans"/>
                <a:cs typeface="Nunito Sans"/>
              </a:defRPr>
            </a:lvl2pPr>
            <a:lvl3pPr>
              <a:defRPr sz="1575" b="0" i="0">
                <a:solidFill>
                  <a:srgbClr val="506B82"/>
                </a:solidFill>
                <a:latin typeface="Nunito Sans"/>
                <a:ea typeface="Nunito Sans"/>
                <a:cs typeface="Nunito Sans"/>
              </a:defRPr>
            </a:lvl3pPr>
            <a:lvl4pPr>
              <a:defRPr sz="1575" b="0" i="0">
                <a:solidFill>
                  <a:srgbClr val="506B82"/>
                </a:solidFill>
                <a:latin typeface="Nunito Sans"/>
                <a:ea typeface="Nunito Sans"/>
                <a:cs typeface="Nunito Sans"/>
              </a:defRPr>
            </a:lvl4pPr>
            <a:lvl5pPr>
              <a:defRPr sz="1575" b="0" i="0">
                <a:solidFill>
                  <a:srgbClr val="506B82"/>
                </a:solidFill>
                <a:latin typeface="Nunito Sans"/>
                <a:ea typeface="Nunito Sans"/>
                <a:cs typeface="Nunito Sans"/>
              </a:defRPr>
            </a:lvl5pPr>
            <a:lvl6pPr>
              <a:defRPr sz="1575" b="0" i="0">
                <a:solidFill>
                  <a:srgbClr val="506B82"/>
                </a:solidFill>
                <a:latin typeface="Nunito Sans"/>
                <a:ea typeface="Nunito Sans"/>
                <a:cs typeface="Nunito Sans"/>
              </a:defRPr>
            </a:lvl6pPr>
            <a:lvl7pPr>
              <a:defRPr sz="1575" b="0" i="0">
                <a:solidFill>
                  <a:srgbClr val="506B82"/>
                </a:solidFill>
                <a:latin typeface="Nunito Sans"/>
                <a:ea typeface="Nunito Sans"/>
                <a:cs typeface="Nunito Sans"/>
              </a:defRPr>
            </a:lvl7pPr>
            <a:lvl8pPr>
              <a:defRPr sz="1575" b="0" i="0">
                <a:solidFill>
                  <a:srgbClr val="506B82"/>
                </a:solidFill>
                <a:latin typeface="Nunito Sans"/>
                <a:ea typeface="Nunito Sans"/>
                <a:cs typeface="Nunito Sans"/>
              </a:defRPr>
            </a:lvl8pPr>
            <a:lvl9pPr>
              <a:defRPr sz="1575" b="0" i="0">
                <a:solidFill>
                  <a:srgbClr val="506B82"/>
                </a:solidFill>
                <a:latin typeface="Nunito Sans"/>
                <a:ea typeface="Nunito Sans"/>
                <a:cs typeface="Nunito Sans"/>
              </a:defRPr>
            </a:lvl9pPr>
          </a:lstStyle>
          <a:p xmlns:a="http://schemas.openxmlformats.org/drawingml/2006/main">
            <a:pPr>
              <a:defRPr sz="1575" b="0" i="0">
                <a:solidFill>
                  <a:srgbClr val="506B82"/>
                </a:solidFill>
                <a:latin typeface="Nunito Sans"/>
                <a:ea typeface="Nunito Sans"/>
                <a:cs typeface="Nunito Sans"/>
              </a:defRPr>
            </a:pPr>
            <a:r>
              <a:rPr sz="1575" b="0" i="0">
                <a:solidFill>
                  <a:srgbClr val="506B82"/>
                </a:solidFill>
                <a:latin typeface="Nunito Sans"/>
                <a:ea typeface="Nunito Sans"/>
                <a:cs typeface="Nunito Sans"/>
              </a:rPr>
              <a:t>Coding and technology</a:t>
            </a:r>
          </a:p>
        </p:txBody>
      </p:sp>
      <p:sp>
        <p:nvSpPr>
          <p:cNvPr id="10" name="">
            <a:extLst xmlns:a="http://schemas.openxmlformats.org/drawingml/2006/main">
              <a:ext uri="{FF2B5EF4-FFF2-40B4-BE49-F238E27FC236}">
                <a16:creationId xmlns:a16="http://schemas.microsoft.com/office/drawing/2014/main" id="{7602EB1C-8C70-4095-9503-94906543B62E}"/>
              </a:ext>
            </a:extLst>
          </p:cNvPr>
          <p:cNvSpPr>
            <a:spLocks xmlns:a="http://schemas.openxmlformats.org/drawingml/2006/main" noGrp="1"/>
          </p:cNvSpPr>
          <p:nvPr/>
        </p:nvSpPr>
        <p:spPr>
          <a:xfrm xmlns:a="http://schemas.openxmlformats.org/drawingml/2006/main">
            <a:off x="4371975" y="58483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i="0">
                <a:solidFill>
                  <a:srgbClr val="233D54"/>
                </a:solidFill>
                <a:latin typeface="Nunito Sans"/>
                <a:ea typeface="Nunito Sans"/>
                <a:cs typeface="Nunito Sans"/>
              </a:defRPr>
            </a:defPPr>
            <a:lvl1pPr>
              <a:defRPr sz="2100" b="1" i="0">
                <a:solidFill>
                  <a:srgbClr val="233D54"/>
                </a:solidFill>
                <a:latin typeface="Nunito Sans"/>
                <a:ea typeface="Nunito Sans"/>
                <a:cs typeface="Nunito Sans"/>
              </a:defRPr>
            </a:lvl1pPr>
            <a:lvl2pPr>
              <a:defRPr sz="2100" b="1" i="0">
                <a:solidFill>
                  <a:srgbClr val="233D54"/>
                </a:solidFill>
                <a:latin typeface="Nunito Sans"/>
                <a:ea typeface="Nunito Sans"/>
                <a:cs typeface="Nunito Sans"/>
              </a:defRPr>
            </a:lvl2pPr>
            <a:lvl3pPr>
              <a:defRPr sz="2100" b="1" i="0">
                <a:solidFill>
                  <a:srgbClr val="233D54"/>
                </a:solidFill>
                <a:latin typeface="Nunito Sans"/>
                <a:ea typeface="Nunito Sans"/>
                <a:cs typeface="Nunito Sans"/>
              </a:defRPr>
            </a:lvl3pPr>
            <a:lvl4pPr>
              <a:defRPr sz="2100" b="1" i="0">
                <a:solidFill>
                  <a:srgbClr val="233D54"/>
                </a:solidFill>
                <a:latin typeface="Nunito Sans"/>
                <a:ea typeface="Nunito Sans"/>
                <a:cs typeface="Nunito Sans"/>
              </a:defRPr>
            </a:lvl4pPr>
            <a:lvl5pPr>
              <a:defRPr sz="2100" b="1" i="0">
                <a:solidFill>
                  <a:srgbClr val="233D54"/>
                </a:solidFill>
                <a:latin typeface="Nunito Sans"/>
                <a:ea typeface="Nunito Sans"/>
                <a:cs typeface="Nunito Sans"/>
              </a:defRPr>
            </a:lvl5pPr>
            <a:lvl6pPr>
              <a:defRPr sz="2100" b="1" i="0">
                <a:solidFill>
                  <a:srgbClr val="233D54"/>
                </a:solidFill>
                <a:latin typeface="Nunito Sans"/>
                <a:ea typeface="Nunito Sans"/>
                <a:cs typeface="Nunito Sans"/>
              </a:defRPr>
            </a:lvl6pPr>
            <a:lvl7pPr>
              <a:defRPr sz="2100" b="1" i="0">
                <a:solidFill>
                  <a:srgbClr val="233D54"/>
                </a:solidFill>
                <a:latin typeface="Nunito Sans"/>
                <a:ea typeface="Nunito Sans"/>
                <a:cs typeface="Nunito Sans"/>
              </a:defRPr>
            </a:lvl7pPr>
            <a:lvl8pPr>
              <a:defRPr sz="2100" b="1" i="0">
                <a:solidFill>
                  <a:srgbClr val="233D54"/>
                </a:solidFill>
                <a:latin typeface="Nunito Sans"/>
                <a:ea typeface="Nunito Sans"/>
                <a:cs typeface="Nunito Sans"/>
              </a:defRPr>
            </a:lvl8pPr>
            <a:lvl9pPr>
              <a:defRPr sz="2100" b="1" i="0">
                <a:solidFill>
                  <a:srgbClr val="233D54"/>
                </a:solidFill>
                <a:latin typeface="Nunito Sans"/>
                <a:ea typeface="Nunito Sans"/>
                <a:cs typeface="Nunito Sans"/>
              </a:defRPr>
            </a:lvl9pPr>
          </a:lstStyle>
          <a:p xmlns:a="http://schemas.openxmlformats.org/drawingml/2006/main">
            <a:pPr>
              <a:defRPr sz="2100" b="1" i="0">
                <a:solidFill>
                  <a:srgbClr val="233D54"/>
                </a:solidFill>
                <a:latin typeface="Nunito Sans"/>
                <a:ea typeface="Nunito Sans"/>
                <a:cs typeface="Nunito Sans"/>
              </a:defRPr>
            </a:pPr>
            <a:r>
              <a:rPr sz="2100" b="1" i="0">
                <a:solidFill>
                  <a:srgbClr val="233D54"/>
                </a:solidFill>
                <a:latin typeface="Nunito Sans"/>
                <a:ea typeface="Nunito Sans"/>
                <a:cs typeface="Nunito Sans"/>
              </a:rPr>
              <a:t>Tyler Tran</a:t>
            </a:r>
          </a:p>
        </p:txBody>
      </p:sp>
      <p:sp>
        <p:nvSpPr>
          <p:cNvPr id="11" name="">
            <a:extLst xmlns:a="http://schemas.openxmlformats.org/drawingml/2006/main">
              <a:ext uri="{FF2B5EF4-FFF2-40B4-BE49-F238E27FC236}">
                <a16:creationId xmlns:a16="http://schemas.microsoft.com/office/drawing/2014/main" id="{36AADF2B-7BAF-4499-9C26-B4B8C83DC797}"/>
              </a:ext>
            </a:extLst>
          </p:cNvPr>
          <p:cNvSpPr>
            <a:spLocks xmlns:a="http://schemas.openxmlformats.org/drawingml/2006/main" noGrp="1"/>
          </p:cNvSpPr>
          <p:nvPr/>
        </p:nvSpPr>
        <p:spPr>
          <a:xfrm xmlns:a="http://schemas.openxmlformats.org/drawingml/2006/main">
            <a:off x="4371975" y="62769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i="0">
                <a:solidFill>
                  <a:srgbClr val="506B82"/>
                </a:solidFill>
                <a:latin typeface="Nunito Sans"/>
                <a:ea typeface="Nunito Sans"/>
                <a:cs typeface="Nunito Sans"/>
              </a:defRPr>
            </a:defPPr>
            <a:lvl1pPr>
              <a:defRPr sz="1575" b="0" i="0">
                <a:solidFill>
                  <a:srgbClr val="506B82"/>
                </a:solidFill>
                <a:latin typeface="Nunito Sans"/>
                <a:ea typeface="Nunito Sans"/>
                <a:cs typeface="Nunito Sans"/>
              </a:defRPr>
            </a:lvl1pPr>
            <a:lvl2pPr>
              <a:defRPr sz="1575" b="0" i="0">
                <a:solidFill>
                  <a:srgbClr val="506B82"/>
                </a:solidFill>
                <a:latin typeface="Nunito Sans"/>
                <a:ea typeface="Nunito Sans"/>
                <a:cs typeface="Nunito Sans"/>
              </a:defRPr>
            </a:lvl2pPr>
            <a:lvl3pPr>
              <a:defRPr sz="1575" b="0" i="0">
                <a:solidFill>
                  <a:srgbClr val="506B82"/>
                </a:solidFill>
                <a:latin typeface="Nunito Sans"/>
                <a:ea typeface="Nunito Sans"/>
                <a:cs typeface="Nunito Sans"/>
              </a:defRPr>
            </a:lvl3pPr>
            <a:lvl4pPr>
              <a:defRPr sz="1575" b="0" i="0">
                <a:solidFill>
                  <a:srgbClr val="506B82"/>
                </a:solidFill>
                <a:latin typeface="Nunito Sans"/>
                <a:ea typeface="Nunito Sans"/>
                <a:cs typeface="Nunito Sans"/>
              </a:defRPr>
            </a:lvl4pPr>
            <a:lvl5pPr>
              <a:defRPr sz="1575" b="0" i="0">
                <a:solidFill>
                  <a:srgbClr val="506B82"/>
                </a:solidFill>
                <a:latin typeface="Nunito Sans"/>
                <a:ea typeface="Nunito Sans"/>
                <a:cs typeface="Nunito Sans"/>
              </a:defRPr>
            </a:lvl5pPr>
            <a:lvl6pPr>
              <a:defRPr sz="1575" b="0" i="0">
                <a:solidFill>
                  <a:srgbClr val="506B82"/>
                </a:solidFill>
                <a:latin typeface="Nunito Sans"/>
                <a:ea typeface="Nunito Sans"/>
                <a:cs typeface="Nunito Sans"/>
              </a:defRPr>
            </a:lvl6pPr>
            <a:lvl7pPr>
              <a:defRPr sz="1575" b="0" i="0">
                <a:solidFill>
                  <a:srgbClr val="506B82"/>
                </a:solidFill>
                <a:latin typeface="Nunito Sans"/>
                <a:ea typeface="Nunito Sans"/>
                <a:cs typeface="Nunito Sans"/>
              </a:defRPr>
            </a:lvl7pPr>
            <a:lvl8pPr>
              <a:defRPr sz="1575" b="0" i="0">
                <a:solidFill>
                  <a:srgbClr val="506B82"/>
                </a:solidFill>
                <a:latin typeface="Nunito Sans"/>
                <a:ea typeface="Nunito Sans"/>
                <a:cs typeface="Nunito Sans"/>
              </a:defRPr>
            </a:lvl8pPr>
            <a:lvl9pPr>
              <a:defRPr sz="1575" b="0" i="0">
                <a:solidFill>
                  <a:srgbClr val="506B82"/>
                </a:solidFill>
                <a:latin typeface="Nunito Sans"/>
                <a:ea typeface="Nunito Sans"/>
                <a:cs typeface="Nunito Sans"/>
              </a:defRPr>
            </a:lvl9pPr>
          </a:lstStyle>
          <a:p xmlns:a="http://schemas.openxmlformats.org/drawingml/2006/main">
            <a:pPr>
              <a:defRPr sz="1575" b="0" i="0">
                <a:solidFill>
                  <a:srgbClr val="506B82"/>
                </a:solidFill>
                <a:latin typeface="Nunito Sans"/>
                <a:ea typeface="Nunito Sans"/>
                <a:cs typeface="Nunito Sans"/>
              </a:defRPr>
            </a:pPr>
            <a:r>
              <a:rPr sz="1575" b="0" i="0">
                <a:solidFill>
                  <a:srgbClr val="506B82"/>
                </a:solidFill>
                <a:latin typeface="Nunito Sans"/>
                <a:ea typeface="Nunito Sans"/>
                <a:cs typeface="Nunito Sans"/>
              </a:rPr>
              <a:t>Business and research</a:t>
            </a:r>
          </a:p>
        </p:txBody>
      </p:sp>
      <p:sp>
        <p:nvSpPr>
          <p:cNvPr id="12" name="">
            <a:extLst xmlns:a="http://schemas.openxmlformats.org/drawingml/2006/main">
              <a:ext uri="{FF2B5EF4-FFF2-40B4-BE49-F238E27FC236}">
                <a16:creationId xmlns:a16="http://schemas.microsoft.com/office/drawing/2014/main" id="{F26A5DAC-3FA4-4B6C-BFBC-2D8C657E0A31}"/>
              </a:ext>
            </a:extLst>
          </p:cNvPr>
          <p:cNvSpPr>
            <a:spLocks xmlns:a="http://schemas.openxmlformats.org/drawingml/2006/main" noGrp="1"/>
          </p:cNvSpPr>
          <p:nvPr/>
        </p:nvSpPr>
        <p:spPr>
          <a:xfrm xmlns:a="http://schemas.openxmlformats.org/drawingml/2006/main">
            <a:off x="8172450" y="58483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i="0">
                <a:solidFill>
                  <a:srgbClr val="233D54"/>
                </a:solidFill>
                <a:latin typeface="Nunito Sans"/>
                <a:ea typeface="Nunito Sans"/>
                <a:cs typeface="Nunito Sans"/>
              </a:defRPr>
            </a:defPPr>
            <a:lvl1pPr>
              <a:defRPr sz="2100" b="1" i="0">
                <a:solidFill>
                  <a:srgbClr val="233D54"/>
                </a:solidFill>
                <a:latin typeface="Nunito Sans"/>
                <a:ea typeface="Nunito Sans"/>
                <a:cs typeface="Nunito Sans"/>
              </a:defRPr>
            </a:lvl1pPr>
            <a:lvl2pPr>
              <a:defRPr sz="2100" b="1" i="0">
                <a:solidFill>
                  <a:srgbClr val="233D54"/>
                </a:solidFill>
                <a:latin typeface="Nunito Sans"/>
                <a:ea typeface="Nunito Sans"/>
                <a:cs typeface="Nunito Sans"/>
              </a:defRPr>
            </a:lvl2pPr>
            <a:lvl3pPr>
              <a:defRPr sz="2100" b="1" i="0">
                <a:solidFill>
                  <a:srgbClr val="233D54"/>
                </a:solidFill>
                <a:latin typeface="Nunito Sans"/>
                <a:ea typeface="Nunito Sans"/>
                <a:cs typeface="Nunito Sans"/>
              </a:defRPr>
            </a:lvl3pPr>
            <a:lvl4pPr>
              <a:defRPr sz="2100" b="1" i="0">
                <a:solidFill>
                  <a:srgbClr val="233D54"/>
                </a:solidFill>
                <a:latin typeface="Nunito Sans"/>
                <a:ea typeface="Nunito Sans"/>
                <a:cs typeface="Nunito Sans"/>
              </a:defRPr>
            </a:lvl4pPr>
            <a:lvl5pPr>
              <a:defRPr sz="2100" b="1" i="0">
                <a:solidFill>
                  <a:srgbClr val="233D54"/>
                </a:solidFill>
                <a:latin typeface="Nunito Sans"/>
                <a:ea typeface="Nunito Sans"/>
                <a:cs typeface="Nunito Sans"/>
              </a:defRPr>
            </a:lvl5pPr>
            <a:lvl6pPr>
              <a:defRPr sz="2100" b="1" i="0">
                <a:solidFill>
                  <a:srgbClr val="233D54"/>
                </a:solidFill>
                <a:latin typeface="Nunito Sans"/>
                <a:ea typeface="Nunito Sans"/>
                <a:cs typeface="Nunito Sans"/>
              </a:defRPr>
            </a:lvl6pPr>
            <a:lvl7pPr>
              <a:defRPr sz="2100" b="1" i="0">
                <a:solidFill>
                  <a:srgbClr val="233D54"/>
                </a:solidFill>
                <a:latin typeface="Nunito Sans"/>
                <a:ea typeface="Nunito Sans"/>
                <a:cs typeface="Nunito Sans"/>
              </a:defRPr>
            </a:lvl7pPr>
            <a:lvl8pPr>
              <a:defRPr sz="2100" b="1" i="0">
                <a:solidFill>
                  <a:srgbClr val="233D54"/>
                </a:solidFill>
                <a:latin typeface="Nunito Sans"/>
                <a:ea typeface="Nunito Sans"/>
                <a:cs typeface="Nunito Sans"/>
              </a:defRPr>
            </a:lvl8pPr>
            <a:lvl9pPr>
              <a:defRPr sz="2100" b="1" i="0">
                <a:solidFill>
                  <a:srgbClr val="233D54"/>
                </a:solidFill>
                <a:latin typeface="Nunito Sans"/>
                <a:ea typeface="Nunito Sans"/>
                <a:cs typeface="Nunito Sans"/>
              </a:defRPr>
            </a:lvl9pPr>
          </a:lstStyle>
          <a:p xmlns:a="http://schemas.openxmlformats.org/drawingml/2006/main">
            <a:pPr>
              <a:defRPr sz="2100" b="1" i="0">
                <a:solidFill>
                  <a:srgbClr val="233D54"/>
                </a:solidFill>
                <a:latin typeface="Nunito Sans"/>
                <a:ea typeface="Nunito Sans"/>
                <a:cs typeface="Nunito Sans"/>
              </a:defRPr>
            </a:pPr>
            <a:r>
              <a:rPr sz="2100" b="1" i="0">
                <a:solidFill>
                  <a:srgbClr val="233D54"/>
                </a:solidFill>
                <a:latin typeface="Nunito Sans"/>
                <a:ea typeface="Nunito Sans"/>
                <a:cs typeface="Nunito Sans"/>
              </a:rPr>
              <a:t>Shen Tan</a:t>
            </a:r>
          </a:p>
        </p:txBody>
      </p:sp>
      <p:sp>
        <p:nvSpPr>
          <p:cNvPr id="13" name="">
            <a:extLst xmlns:a="http://schemas.openxmlformats.org/drawingml/2006/main">
              <a:ext uri="{FF2B5EF4-FFF2-40B4-BE49-F238E27FC236}">
                <a16:creationId xmlns:a16="http://schemas.microsoft.com/office/drawing/2014/main" id="{3AD5143D-CCAE-4CB7-801B-FAEEC37A46BA}"/>
              </a:ext>
            </a:extLst>
          </p:cNvPr>
          <p:cNvSpPr>
            <a:spLocks xmlns:a="http://schemas.openxmlformats.org/drawingml/2006/main" noGrp="1"/>
          </p:cNvSpPr>
          <p:nvPr/>
        </p:nvSpPr>
        <p:spPr>
          <a:xfrm xmlns:a="http://schemas.openxmlformats.org/drawingml/2006/main">
            <a:off x="8172450" y="6276975"/>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i="0">
                <a:solidFill>
                  <a:srgbClr val="506B82"/>
                </a:solidFill>
                <a:latin typeface="Nunito Sans"/>
                <a:ea typeface="Nunito Sans"/>
                <a:cs typeface="Nunito Sans"/>
              </a:defRPr>
            </a:defPPr>
            <a:lvl1pPr>
              <a:defRPr sz="1575" b="0" i="0">
                <a:solidFill>
                  <a:srgbClr val="506B82"/>
                </a:solidFill>
                <a:latin typeface="Nunito Sans"/>
                <a:ea typeface="Nunito Sans"/>
                <a:cs typeface="Nunito Sans"/>
              </a:defRPr>
            </a:lvl1pPr>
            <a:lvl2pPr>
              <a:defRPr sz="1575" b="0" i="0">
                <a:solidFill>
                  <a:srgbClr val="506B82"/>
                </a:solidFill>
                <a:latin typeface="Nunito Sans"/>
                <a:ea typeface="Nunito Sans"/>
                <a:cs typeface="Nunito Sans"/>
              </a:defRPr>
            </a:lvl2pPr>
            <a:lvl3pPr>
              <a:defRPr sz="1575" b="0" i="0">
                <a:solidFill>
                  <a:srgbClr val="506B82"/>
                </a:solidFill>
                <a:latin typeface="Nunito Sans"/>
                <a:ea typeface="Nunito Sans"/>
                <a:cs typeface="Nunito Sans"/>
              </a:defRPr>
            </a:lvl3pPr>
            <a:lvl4pPr>
              <a:defRPr sz="1575" b="0" i="0">
                <a:solidFill>
                  <a:srgbClr val="506B82"/>
                </a:solidFill>
                <a:latin typeface="Nunito Sans"/>
                <a:ea typeface="Nunito Sans"/>
                <a:cs typeface="Nunito Sans"/>
              </a:defRPr>
            </a:lvl4pPr>
            <a:lvl5pPr>
              <a:defRPr sz="1575" b="0" i="0">
                <a:solidFill>
                  <a:srgbClr val="506B82"/>
                </a:solidFill>
                <a:latin typeface="Nunito Sans"/>
                <a:ea typeface="Nunito Sans"/>
                <a:cs typeface="Nunito Sans"/>
              </a:defRPr>
            </a:lvl5pPr>
            <a:lvl6pPr>
              <a:defRPr sz="1575" b="0" i="0">
                <a:solidFill>
                  <a:srgbClr val="506B82"/>
                </a:solidFill>
                <a:latin typeface="Nunito Sans"/>
                <a:ea typeface="Nunito Sans"/>
                <a:cs typeface="Nunito Sans"/>
              </a:defRPr>
            </a:lvl6pPr>
            <a:lvl7pPr>
              <a:defRPr sz="1575" b="0" i="0">
                <a:solidFill>
                  <a:srgbClr val="506B82"/>
                </a:solidFill>
                <a:latin typeface="Nunito Sans"/>
                <a:ea typeface="Nunito Sans"/>
                <a:cs typeface="Nunito Sans"/>
              </a:defRPr>
            </a:lvl7pPr>
            <a:lvl8pPr>
              <a:defRPr sz="1575" b="0" i="0">
                <a:solidFill>
                  <a:srgbClr val="506B82"/>
                </a:solidFill>
                <a:latin typeface="Nunito Sans"/>
                <a:ea typeface="Nunito Sans"/>
                <a:cs typeface="Nunito Sans"/>
              </a:defRPr>
            </a:lvl8pPr>
            <a:lvl9pPr>
              <a:defRPr sz="1575" b="0" i="0">
                <a:solidFill>
                  <a:srgbClr val="506B82"/>
                </a:solidFill>
                <a:latin typeface="Nunito Sans"/>
                <a:ea typeface="Nunito Sans"/>
                <a:cs typeface="Nunito Sans"/>
              </a:defRPr>
            </a:lvl9pPr>
          </a:lstStyle>
          <a:p xmlns:a="http://schemas.openxmlformats.org/drawingml/2006/main">
            <a:pPr>
              <a:defRPr sz="1575" b="0" i="0">
                <a:solidFill>
                  <a:srgbClr val="506B82"/>
                </a:solidFill>
                <a:latin typeface="Nunito Sans"/>
                <a:ea typeface="Nunito Sans"/>
                <a:cs typeface="Nunito Sans"/>
              </a:defRPr>
            </a:pPr>
            <a:r>
              <a:rPr sz="1575" b="0" i="0">
                <a:solidFill>
                  <a:srgbClr val="506B82"/>
                </a:solidFill>
                <a:latin typeface="Nunito Sans"/>
                <a:ea typeface="Nunito Sans"/>
                <a:cs typeface="Nunito Sans"/>
              </a:rPr>
              <a:t>Business and research</a:t>
            </a:r>
          </a:p>
        </p:txBody>
      </p:sp>
    </p:spTree>
    <p:extLst>
      <p:ext uri="{BB962C8B-B14F-4D97-AF65-F5344CB8AC3E}">
        <p14:creationId xmlns:p14="http://schemas.microsoft.com/office/powerpoint/2010/main" val="12781236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unito Sans"/>
        <a:ea typeface=""/>
        <a:cs typeface=""/>
      </a:majorFont>
      <a:minorFont>
        <a:latin typeface="Nuni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2026-10-18T04:47:44.1200000Z</dcterms:created>
  <dcterms:modified xsi:type="dcterms:W3CDTF">2026-10-18T04:47:44.1200000Z</dcterms:modified>
</coreProperties>
</file>